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2"/>
    <p:sldId id="256" r:id="rId3"/>
  </p:sldIdLst>
  <p:sldSz cx="1947863" cy="3090863"/>
  <p:notesSz cx="7104063" cy="10234613"/>
  <p:defaultTextStyle>
    <a:defPPr defTabSz="173043">
      <a:defRPr lang="en-US" dirty="0"/>
    </a:defPPr>
    <a:lvl1pPr marL="0" algn="l" defTabSz="173043" rtl="0">
      <a:defRPr sz="340" kern="1200" dirty="0">
        <a:solidFill>
          <a:schemeClr val="tx1"/>
        </a:solidFill>
        <a:latin typeface="+mn-lt"/>
        <a:ea typeface="+mn-ea"/>
      </a:defRPr>
    </a:lvl1pPr>
    <a:lvl2pPr marL="86523" algn="l" defTabSz="173043" rtl="0">
      <a:defRPr sz="340" kern="1200" dirty="0">
        <a:solidFill>
          <a:schemeClr val="tx1"/>
        </a:solidFill>
        <a:latin typeface="+mn-lt"/>
        <a:ea typeface="+mn-ea"/>
      </a:defRPr>
    </a:lvl2pPr>
    <a:lvl3pPr marL="173043" algn="l" defTabSz="173043" rtl="0">
      <a:defRPr sz="340" kern="1200" dirty="0">
        <a:solidFill>
          <a:schemeClr val="tx1"/>
        </a:solidFill>
        <a:latin typeface="+mn-lt"/>
        <a:ea typeface="+mn-ea"/>
      </a:defRPr>
    </a:lvl3pPr>
    <a:lvl4pPr marL="259566" algn="l" defTabSz="173043" rtl="0">
      <a:defRPr sz="340" kern="1200" dirty="0">
        <a:solidFill>
          <a:schemeClr val="tx1"/>
        </a:solidFill>
        <a:latin typeface="+mn-lt"/>
        <a:ea typeface="+mn-ea"/>
      </a:defRPr>
    </a:lvl4pPr>
    <a:lvl5pPr marL="346086" algn="l" defTabSz="173043" rtl="0">
      <a:defRPr sz="340" kern="1200" dirty="0">
        <a:solidFill>
          <a:schemeClr val="tx1"/>
        </a:solidFill>
        <a:latin typeface="+mn-lt"/>
        <a:ea typeface="+mn-ea"/>
      </a:defRPr>
    </a:lvl5pPr>
    <a:lvl6pPr marL="432609" algn="l" defTabSz="173043" rtl="0">
      <a:defRPr sz="340" kern="1200" dirty="0">
        <a:solidFill>
          <a:schemeClr val="tx1"/>
        </a:solidFill>
        <a:latin typeface="+mn-lt"/>
        <a:ea typeface="+mn-ea"/>
      </a:defRPr>
    </a:lvl6pPr>
    <a:lvl7pPr marL="519130" algn="l" defTabSz="173043" rtl="0">
      <a:defRPr sz="340" kern="1200" dirty="0">
        <a:solidFill>
          <a:schemeClr val="tx1"/>
        </a:solidFill>
        <a:latin typeface="+mn-lt"/>
        <a:ea typeface="+mn-ea"/>
      </a:defRPr>
    </a:lvl7pPr>
    <a:lvl8pPr marL="605652" algn="l" defTabSz="173043" rtl="0">
      <a:defRPr sz="340" kern="1200" dirty="0">
        <a:solidFill>
          <a:schemeClr val="tx1"/>
        </a:solidFill>
        <a:latin typeface="+mn-lt"/>
        <a:ea typeface="+mn-ea"/>
      </a:defRPr>
    </a:lvl8pPr>
    <a:lvl9pPr marL="692174" algn="l" defTabSz="173043" rtl="0">
      <a:defRPr sz="340" kern="1200" dirty="0">
        <a:solidFill>
          <a:schemeClr val="tx1"/>
        </a:solidFill>
        <a:latin typeface="+mn-lt"/>
        <a:ea typeface="+mn-ea"/>
      </a:defRPr>
    </a:lvl9pPr>
  </p:defaultTextStyle>
  <p:extLst>
    <p:ext uri="{EFAFB233-063F-42B5-8137-9DF3F51BA10A}">
      <p15:sldGuideLst xmlns:p15="http://schemas.microsoft.com/office/powerpoint/2012/main">
        <p15:guide id="1" orient="horz" pos="974" userDrawn="1">
          <p15:clr>
            <a:srgbClr val="A4A3A4"/>
          </p15:clr>
        </p15:guide>
        <p15:guide id="2" pos="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53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730" y="120"/>
      </p:cViewPr>
      <p:guideLst>
        <p:guide orient="horz" pos="974"/>
        <p:guide pos="6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C42291D2-79BB-4F94-87B9-BBF11653C2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C63FC9E3-36E3-4AFB-928B-B5AEF250EA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B7E7892-5A32-4575-94C1-DE4A6525AA41}" type="datetimeFigureOut">
              <a:rPr lang="en-US" smtClean="0"/>
              <a:t>1/11/2021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E2A1C17-704D-4BC4-92E1-EBFCAA8AA9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86A4371-5D17-4637-BD19-8D5DBB00E6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3573C7D9-E7FD-4F95-84AD-61199CE13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137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2CB70909-C19F-4098-BABE-826759D4F724}" type="datetimeFigureOut">
              <a:rPr lang="en-US" smtClean="0"/>
              <a:t>1/11/2021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63800" y="1279525"/>
            <a:ext cx="21764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D6BBD11-A0DA-469A-B44A-B3198FFC6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385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1pPr>
    <a:lvl2pPr marL="8652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2pPr>
    <a:lvl3pPr marL="17304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3pPr>
    <a:lvl4pPr marL="25956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4pPr>
    <a:lvl5pPr marL="34608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5pPr>
    <a:lvl6pPr marL="432609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6pPr>
    <a:lvl7pPr marL="51913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7pPr>
    <a:lvl8pPr marL="605652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8pPr>
    <a:lvl9pPr marL="692174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243485" y="505848"/>
            <a:ext cx="1460897" cy="1076078"/>
          </a:xfrm>
          <a:ln>
            <a:headEnd type="none"/>
            <a:tailEnd type="none"/>
          </a:ln>
        </p:spPr>
        <p:txBody>
          <a:bodyPr wrap="square" anchor="b"/>
          <a:lstStyle>
            <a:lvl1pPr algn="ctr"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243485" y="1623421"/>
            <a:ext cx="1460897" cy="746243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179" dirty="0"/>
            </a:lvl1pPr>
            <a:lvl2pPr marL="34273" indent="0" algn="ctr">
              <a:buNone/>
              <a:defRPr sz="163" dirty="0"/>
            </a:lvl2pPr>
            <a:lvl3pPr marL="68543" indent="0" algn="ctr">
              <a:buNone/>
              <a:defRPr sz="163" dirty="0"/>
            </a:lvl3pPr>
            <a:lvl4pPr marL="102814" indent="0" algn="ctr">
              <a:buNone/>
              <a:defRPr sz="163" dirty="0"/>
            </a:lvl4pPr>
            <a:lvl5pPr marL="137088" indent="0" algn="ctr">
              <a:buNone/>
              <a:defRPr sz="163" dirty="0"/>
            </a:lvl5pPr>
            <a:lvl6pPr marL="171359" indent="0" algn="ctr">
              <a:buNone/>
              <a:defRPr sz="163" dirty="0"/>
            </a:lvl6pPr>
            <a:lvl7pPr marL="205631" indent="0" algn="ctr">
              <a:buNone/>
              <a:defRPr sz="163" dirty="0"/>
            </a:lvl7pPr>
            <a:lvl8pPr marL="239904" indent="0" algn="ctr">
              <a:buNone/>
              <a:defRPr sz="163" dirty="0"/>
            </a:lvl8pPr>
            <a:lvl9pPr marL="274176" indent="0" algn="ctr">
              <a:buNone/>
              <a:defRPr sz="163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595CB52-7A80-4EDE-BD89-15F3D80D2847}" type="datetime1">
              <a:rPr lang="en-US" smtClean="0"/>
              <a:t>1/11/2021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98256AB-61F5-4AE9-B2A9-B219460FA3D9}" type="datetime1">
              <a:rPr lang="en-US" smtClean="0"/>
              <a:t>1/11/2021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2903" y="770571"/>
            <a:ext cx="1680031" cy="1285713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2903" y="2068450"/>
            <a:ext cx="1680031" cy="67612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79" dirty="0">
                <a:solidFill>
                  <a:schemeClr val="tx1">
                    <a:tint val="75000"/>
                  </a:schemeClr>
                </a:solidFill>
              </a:defRPr>
            </a:lvl1pPr>
            <a:lvl2pPr marL="3427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2pPr>
            <a:lvl3pPr marL="6854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3pPr>
            <a:lvl4pPr marL="10281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4pPr>
            <a:lvl5pPr marL="137088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5pPr>
            <a:lvl6pPr marL="171359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6pPr>
            <a:lvl7pPr marL="205631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7pPr>
            <a:lvl8pPr marL="23990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8pPr>
            <a:lvl9pPr marL="274176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232F403-2438-4303-9714-E49C6D0B1E28}" type="datetime1">
              <a:rPr lang="en-US" smtClean="0"/>
              <a:t>1/11/2021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13391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98610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5F4B6725-C72E-4A01-97E1-5898CAC1CF6F}" type="datetime1">
              <a:rPr lang="en-US" smtClean="0"/>
              <a:t>1/11/2021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71" y="164565"/>
            <a:ext cx="1680031" cy="5974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4169" y="757693"/>
            <a:ext cx="824037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134169" y="1129025"/>
            <a:ext cx="824037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986107" y="757693"/>
            <a:ext cx="828095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986107" y="1129025"/>
            <a:ext cx="828095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2C272315-A371-4329-8393-D21113A0CC5B}" type="datetime1">
              <a:rPr lang="en-US" smtClean="0"/>
              <a:t>1/11/2021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3501887-07F5-4895-9E1A-2035534BDEE9}" type="datetime1">
              <a:rPr lang="en-US" smtClean="0"/>
              <a:t>1/11/2021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2A78092-FC37-4448-AF31-357D713EC2CE}" type="datetime1">
              <a:rPr lang="en-US" smtClean="0"/>
              <a:t>1/11/2021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239" dirty="0"/>
            </a:lvl1pPr>
            <a:lvl2pPr>
              <a:defRPr sz="210" dirty="0"/>
            </a:lvl2pPr>
            <a:lvl3pPr>
              <a:defRPr sz="179" dirty="0"/>
            </a:lvl3pPr>
            <a:lvl4pPr>
              <a:defRPr sz="163" dirty="0"/>
            </a:lvl4pPr>
            <a:lvl5pPr>
              <a:defRPr sz="163" dirty="0"/>
            </a:lvl5pPr>
            <a:lvl6pPr>
              <a:defRPr sz="163" dirty="0"/>
            </a:lvl6pPr>
            <a:lvl7pPr>
              <a:defRPr sz="163" dirty="0"/>
            </a:lvl7pPr>
            <a:lvl8pPr>
              <a:defRPr sz="163" dirty="0"/>
            </a:lvl8pPr>
            <a:lvl9pPr>
              <a:defRPr sz="163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8303B59-8064-4F92-9589-6397FBC99231}" type="datetime1">
              <a:rPr lang="en-US" smtClean="0"/>
              <a:t>1/11/2021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39" dirty="0"/>
            </a:lvl1pPr>
            <a:lvl2pPr marL="34273" indent="0">
              <a:buNone/>
              <a:defRPr sz="210" dirty="0"/>
            </a:lvl2pPr>
            <a:lvl3pPr marL="68543" indent="0">
              <a:buNone/>
              <a:defRPr sz="179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18ADC9D-7416-45ED-BDA5-6017A57A36C0}" type="datetime1">
              <a:rPr lang="en-US" smtClean="0"/>
              <a:t>1/11/2021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CBAD589-A814-48D4-A41D-AEEBA8B062ED}" type="datetime1">
              <a:rPr lang="en-US" smtClean="0"/>
              <a:t>1/11/2021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1393941" y="164563"/>
            <a:ext cx="420008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133918" y="164563"/>
            <a:ext cx="1235675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EE1E399-81D8-4F32-A773-79DD86C9D815}" type="datetime1">
              <a:rPr lang="en-US" smtClean="0"/>
              <a:t>1/11/2021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133917" y="164565"/>
            <a:ext cx="1680031" cy="5974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3917" y="822801"/>
            <a:ext cx="1680031" cy="19611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133916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8A625-E03B-4A49-8E37-41B5871683EF}" type="datetime1">
              <a:rPr lang="en-US" smtClean="0"/>
              <a:t>1/11/2021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645230" y="2864777"/>
            <a:ext cx="657404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1375679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43" rtl="0">
        <a:lnSpc>
          <a:spcPct val="90000"/>
        </a:lnSpc>
        <a:spcBef>
          <a:spcPct val="0"/>
        </a:spcBef>
        <a:buNone/>
        <a:defRPr sz="331" kern="1200" dirty="0">
          <a:solidFill>
            <a:schemeClr val="tx1"/>
          </a:solidFill>
          <a:latin typeface="+mj-lt"/>
          <a:ea typeface="+mj-ea"/>
        </a:defRPr>
      </a:lvl1pPr>
    </p:titleStyle>
    <p:bodyStyle>
      <a:lvl1pPr marL="17136" indent="-17136" algn="l" defTabSz="68543" rtl="0">
        <a:lnSpc>
          <a:spcPct val="90000"/>
        </a:lnSpc>
        <a:spcBef>
          <a:spcPts val="75"/>
        </a:spcBef>
        <a:buFont typeface="Arial"/>
        <a:buChar char="•"/>
        <a:defRPr sz="210" kern="1200" dirty="0">
          <a:solidFill>
            <a:schemeClr val="tx1"/>
          </a:solidFill>
          <a:latin typeface="+mn-lt"/>
          <a:ea typeface="+mn-ea"/>
        </a:defRPr>
      </a:lvl1pPr>
      <a:lvl2pPr marL="51408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79" kern="1200" dirty="0">
          <a:solidFill>
            <a:schemeClr val="tx1"/>
          </a:solidFill>
          <a:latin typeface="+mn-lt"/>
          <a:ea typeface="+mn-ea"/>
        </a:defRPr>
      </a:lvl2pPr>
      <a:lvl3pPr marL="8568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3pPr>
      <a:lvl4pPr marL="11995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4pPr>
      <a:lvl5pPr marL="154224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5pPr>
      <a:lvl6pPr marL="188496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6pPr>
      <a:lvl7pPr marL="222767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7pPr>
      <a:lvl8pPr marL="25704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8pPr>
      <a:lvl9pPr marL="29131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9pPr>
    </p:bodyStyle>
    <p:otherStyle>
      <a:defPPr defTabSz="68543">
        <a:defRPr lang="en-US" dirty="0"/>
      </a:defPPr>
      <a:lvl1pPr marL="0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1pPr>
      <a:lvl2pPr marL="3427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2pPr>
      <a:lvl3pPr marL="6854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3pPr>
      <a:lvl4pPr marL="10281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4pPr>
      <a:lvl5pPr marL="137088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5pPr>
      <a:lvl6pPr marL="171359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6pPr>
      <a:lvl7pPr marL="205631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7pPr>
      <a:lvl8pPr marL="23990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8pPr>
      <a:lvl9pPr marL="274176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mpPicture">
            <a:extLst>
              <a:ext uri="{FF2B5EF4-FFF2-40B4-BE49-F238E27FC236}">
                <a16:creationId xmlns:a16="http://schemas.microsoft.com/office/drawing/2014/main" xmlns="" id="{D0D72A86-0C89-4E8F-9483-ECD5255A56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70" y="667715"/>
            <a:ext cx="603259" cy="66462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1" name="Text Box 3">
            <a:extLst>
              <a:ext uri="{FF2B5EF4-FFF2-40B4-BE49-F238E27FC236}">
                <a16:creationId xmlns:a16="http://schemas.microsoft.com/office/drawing/2014/main" xmlns="" id="{11BCFEF8-0027-4081-8398-E28C95EE5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2" y="561801"/>
            <a:ext cx="757555" cy="2141712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4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55880" marR="0" indent="889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Name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55880" marR="0" indent="889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 smtClean="0">
                <a:latin typeface="Arial" panose="020B0604020202020204" pitchFamily="34" charset="0"/>
                <a:ea typeface="Arial" panose="020B0604020202020204" pitchFamily="34" charset="0"/>
              </a:rPr>
              <a:t>ID Card No</a:t>
            </a:r>
            <a:r>
              <a:rPr lang="en-US" sz="800" dirty="0" smtClean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Designation Department </a:t>
            </a:r>
            <a:r>
              <a:rPr lang="en-US" sz="800" dirty="0" smtClean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Joining Date Issue Date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65405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r>
              <a:rPr lang="en-US" sz="800" dirty="0" smtClean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Blood Group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1" name="Text Box 4">
            <a:extLst>
              <a:ext uri="{FF2B5EF4-FFF2-40B4-BE49-F238E27FC236}">
                <a16:creationId xmlns:a16="http://schemas.microsoft.com/office/drawing/2014/main" xmlns="" id="{5016F4B7-279C-46A2-9B3E-2EBFB991E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555" y="1357745"/>
            <a:ext cx="1186180" cy="1345768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36195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3" name="Name">
            <a:extLst>
              <a:ext uri="{FF2B5EF4-FFF2-40B4-BE49-F238E27FC236}">
                <a16:creationId xmlns:a16="http://schemas.microsoft.com/office/drawing/2014/main" xmlns="" id="{B6B12232-9F2B-4294-8217-45E7AF310A7C}"/>
              </a:ext>
            </a:extLst>
          </p:cNvPr>
          <p:cNvSpPr txBox="1"/>
          <p:nvPr/>
        </p:nvSpPr>
        <p:spPr>
          <a:xfrm>
            <a:off x="772234" y="1408539"/>
            <a:ext cx="1113425" cy="8887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Arial" panose="020B0604020202020204" pitchFamily="34" charset="0"/>
              </a:rPr>
              <a:t>{Name}</a:t>
            </a:r>
          </a:p>
        </p:txBody>
      </p:sp>
      <p:sp>
        <p:nvSpPr>
          <p:cNvPr id="45" name="ID">
            <a:extLst>
              <a:ext uri="{FF2B5EF4-FFF2-40B4-BE49-F238E27FC236}">
                <a16:creationId xmlns:a16="http://schemas.microsoft.com/office/drawing/2014/main" xmlns="" id="{40E9CA2C-1D4D-46B3-A4E6-3105B60FC880}"/>
              </a:ext>
            </a:extLst>
          </p:cNvPr>
          <p:cNvSpPr txBox="1"/>
          <p:nvPr/>
        </p:nvSpPr>
        <p:spPr>
          <a:xfrm>
            <a:off x="778676" y="1575478"/>
            <a:ext cx="932851" cy="8863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Arial" panose="020B0604020202020204" pitchFamily="34" charset="0"/>
              </a:rPr>
              <a:t>{ID}</a:t>
            </a:r>
          </a:p>
        </p:txBody>
      </p:sp>
      <p:sp>
        <p:nvSpPr>
          <p:cNvPr id="47" name="DESIG">
            <a:extLst>
              <a:ext uri="{FF2B5EF4-FFF2-40B4-BE49-F238E27FC236}">
                <a16:creationId xmlns:a16="http://schemas.microsoft.com/office/drawing/2014/main" xmlns="" id="{49A8A3DB-5B19-4C54-9E75-C4D63916FB17}"/>
              </a:ext>
            </a:extLst>
          </p:cNvPr>
          <p:cNvSpPr txBox="1"/>
          <p:nvPr/>
        </p:nvSpPr>
        <p:spPr>
          <a:xfrm>
            <a:off x="779672" y="1752231"/>
            <a:ext cx="1046671" cy="124299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Arial" panose="020B0604020202020204" pitchFamily="34" charset="0"/>
              </a:rPr>
              <a:t>{DESIG}</a:t>
            </a:r>
          </a:p>
        </p:txBody>
      </p:sp>
      <p:sp>
        <p:nvSpPr>
          <p:cNvPr id="49" name="Department">
            <a:extLst>
              <a:ext uri="{FF2B5EF4-FFF2-40B4-BE49-F238E27FC236}">
                <a16:creationId xmlns:a16="http://schemas.microsoft.com/office/drawing/2014/main" xmlns="" id="{FCDA8BA4-25C1-43A2-8D0F-75181B505AC7}"/>
              </a:ext>
            </a:extLst>
          </p:cNvPr>
          <p:cNvSpPr txBox="1"/>
          <p:nvPr/>
        </p:nvSpPr>
        <p:spPr>
          <a:xfrm>
            <a:off x="773843" y="1964646"/>
            <a:ext cx="941021" cy="115166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Arial" panose="020B0604020202020204" pitchFamily="34" charset="0"/>
              </a:rPr>
              <a:t>{Department}</a:t>
            </a:r>
          </a:p>
        </p:txBody>
      </p:sp>
      <p:sp>
        <p:nvSpPr>
          <p:cNvPr id="51" name="BloodGroup">
            <a:extLst>
              <a:ext uri="{FF2B5EF4-FFF2-40B4-BE49-F238E27FC236}">
                <a16:creationId xmlns:a16="http://schemas.microsoft.com/office/drawing/2014/main" xmlns="" id="{EDFAB3B7-34C8-44A2-A845-519BEC1E41BF}"/>
              </a:ext>
            </a:extLst>
          </p:cNvPr>
          <p:cNvSpPr txBox="1"/>
          <p:nvPr/>
        </p:nvSpPr>
        <p:spPr>
          <a:xfrm>
            <a:off x="789760" y="2499402"/>
            <a:ext cx="955106" cy="12834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Kalpurush" panose="02000600000000000000" pitchFamily="2" charset="0"/>
              </a:rPr>
              <a:t>{BloodGroup</a:t>
            </a:r>
            <a:r>
              <a:rPr lang="en-US" sz="1000" dirty="0">
                <a:latin typeface="Arial Narrow" panose="020B0606020202030204" pitchFamily="34" charset="0"/>
                <a:cs typeface="Kalpurush" panose="02000600000000000000" pitchFamily="2" charset="0"/>
              </a:rPr>
              <a:t>}</a:t>
            </a:r>
          </a:p>
        </p:txBody>
      </p:sp>
      <p:sp>
        <p:nvSpPr>
          <p:cNvPr id="53" name="DOJ">
            <a:extLst>
              <a:ext uri="{FF2B5EF4-FFF2-40B4-BE49-F238E27FC236}">
                <a16:creationId xmlns:a16="http://schemas.microsoft.com/office/drawing/2014/main" xmlns="" id="{5AD335E8-37F9-4F56-9A6F-0284430FCE43}"/>
              </a:ext>
            </a:extLst>
          </p:cNvPr>
          <p:cNvSpPr txBox="1"/>
          <p:nvPr/>
        </p:nvSpPr>
        <p:spPr>
          <a:xfrm>
            <a:off x="789760" y="2131350"/>
            <a:ext cx="942017" cy="117276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Arial" panose="020B0604020202020204" pitchFamily="34" charset="0"/>
              </a:rPr>
              <a:t>{DOJ}</a:t>
            </a:r>
          </a:p>
        </p:txBody>
      </p:sp>
      <p:sp>
        <p:nvSpPr>
          <p:cNvPr id="57" name="Text Box 5">
            <a:extLst>
              <a:ext uri="{FF2B5EF4-FFF2-40B4-BE49-F238E27FC236}">
                <a16:creationId xmlns:a16="http://schemas.microsoft.com/office/drawing/2014/main" xmlns="" id="{9861D6F1-C31E-4F53-AE77-3AE9B0F2E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922723"/>
            <a:ext cx="1943100" cy="168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xtLst/>
        </p:spPr>
        <p:txBody>
          <a:bodyPr rot="0" vert="horz" wrap="square" lIns="0" tIns="0" rIns="0" bIns="0" anchor="ctr" anchorCtr="0" upright="1">
            <a:no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/>
                <a:ea typeface="Arial"/>
              </a:rPr>
              <a:t>Plant - Sangrur</a:t>
            </a:r>
            <a:endParaRPr lang="en-US" sz="900" dirty="0">
              <a:latin typeface="Arial"/>
              <a:ea typeface="Arial"/>
            </a:endParaRPr>
          </a:p>
        </p:txBody>
      </p:sp>
      <p:sp>
        <p:nvSpPr>
          <p:cNvPr id="17" name="Rectangle 16"/>
          <p:cNvSpPr>
            <a:spLocks/>
          </p:cNvSpPr>
          <p:nvPr/>
        </p:nvSpPr>
        <p:spPr bwMode="auto">
          <a:xfrm>
            <a:off x="-6" y="7586"/>
            <a:ext cx="1947869" cy="614314"/>
          </a:xfrm>
          <a:prstGeom prst="rect">
            <a:avLst/>
          </a:prstGeom>
          <a:solidFill>
            <a:srgbClr val="000000"/>
          </a:solidFill>
          <a:ln>
            <a:noFill/>
            <a:headEnd type="none"/>
            <a:tailEnd type="none"/>
          </a:ln>
        </p:spPr>
        <p:txBody>
          <a:bodyPr wrap="square" lIns="91440" tIns="45720" rIns="91440" bIns="45720" anchor="t">
            <a:noAutofit/>
          </a:bodyPr>
          <a:lstStyle/>
          <a:p>
            <a:pPr algn="ctr" defTabSz="173043"/>
            <a:endParaRPr lang="en-US" sz="1200" dirty="0">
              <a:solidFill>
                <a:srgbClr val="FFFFFF"/>
              </a:solidFill>
              <a:effectLst/>
              <a:latin typeface="Arial"/>
              <a:ea typeface="Arial"/>
            </a:endParaRPr>
          </a:p>
          <a:p>
            <a:pPr algn="ctr" defTabSz="173043"/>
            <a:r>
              <a:rPr lang="en-US" sz="1200" dirty="0">
                <a:solidFill>
                  <a:srgbClr val="FFFFFF"/>
                </a:solidFill>
                <a:latin typeface="Arial"/>
                <a:ea typeface="Arial"/>
              </a:rPr>
              <a:t>	</a:t>
            </a:r>
          </a:p>
          <a:p>
            <a:pPr algn="ctr" defTabSz="173043"/>
            <a:r>
              <a:rPr lang="en-US" sz="1200" dirty="0" err="1" smtClean="0">
                <a:solidFill>
                  <a:srgbClr val="FFFFFF"/>
                </a:solidFill>
                <a:latin typeface="Arial"/>
                <a:ea typeface="Arial"/>
              </a:rPr>
              <a:t>C</a:t>
            </a:r>
            <a:r>
              <a:rPr lang="en-US" sz="1050" dirty="0" err="1" smtClean="0">
                <a:solidFill>
                  <a:srgbClr val="FFFFFF"/>
                </a:solidFill>
                <a:latin typeface="Arial"/>
                <a:ea typeface="Arial"/>
              </a:rPr>
              <a:t>edaar</a:t>
            </a:r>
            <a:r>
              <a:rPr lang="en-US" sz="1050" dirty="0" smtClean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en-US" sz="1050" dirty="0">
                <a:solidFill>
                  <a:srgbClr val="FFFFFF"/>
                </a:solidFill>
                <a:latin typeface="Arial"/>
                <a:ea typeface="Arial"/>
              </a:rPr>
              <a:t>Textile Pvt Ltd.</a:t>
            </a:r>
            <a:endParaRPr lang="en-US" sz="1200" dirty="0">
              <a:effectLst/>
              <a:latin typeface="Arial"/>
              <a:ea typeface="Arial"/>
            </a:endParaRPr>
          </a:p>
          <a:p>
            <a:pPr algn="ctr" defTabSz="173043"/>
            <a:endParaRPr lang="en-US" sz="100" dirty="0"/>
          </a:p>
        </p:txBody>
      </p:sp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8984C4E2-7FBA-4C4E-9395-4425B5BF9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3" y="10124"/>
            <a:ext cx="1933038" cy="40017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7A3200D9-585A-42EC-8DD1-3A9F93049BAA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140476" y="2797417"/>
            <a:ext cx="784337" cy="92333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0" tIns="0" rIns="0" bIns="0">
            <a:spAutoFit/>
          </a:bodyPr>
          <a:lstStyle/>
          <a:p>
            <a:pPr algn="ctr" defTabSz="575863"/>
            <a:r>
              <a:rPr lang="en-US" sz="600" b="1" dirty="0">
                <a:latin typeface="Arial Narrow"/>
              </a:rPr>
              <a:t>Authorized Signature</a:t>
            </a:r>
            <a:endParaRPr lang="en-US" sz="900" b="1" dirty="0">
              <a:latin typeface="Arial Narrow"/>
            </a:endParaRPr>
          </a:p>
        </p:txBody>
      </p:sp>
      <p:pic>
        <p:nvPicPr>
          <p:cNvPr id="20" name="Picture 19" descr="A picture containing shape&#10;&#10;Description automatically generated">
            <a:extLst>
              <a:ext uri="{FF2B5EF4-FFF2-40B4-BE49-F238E27FC236}">
                <a16:creationId xmlns="" xmlns:a16="http://schemas.microsoft.com/office/drawing/2014/main" id="{EA02066E-D151-4702-BEB4-16060F4B57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699" y="2627743"/>
            <a:ext cx="311245" cy="162819"/>
          </a:xfrm>
          <a:prstGeom prst="rect">
            <a:avLst/>
          </a:prstGeom>
        </p:spPr>
      </p:pic>
      <p:sp>
        <p:nvSpPr>
          <p:cNvPr id="21" name="IssueDate">
            <a:extLst>
              <a:ext uri="{FF2B5EF4-FFF2-40B4-BE49-F238E27FC236}">
                <a16:creationId xmlns:a16="http://schemas.microsoft.com/office/drawing/2014/main" xmlns="" id="{1D7DE6C7-D0D2-4BFF-B0EC-DBBEF3D8F465}"/>
              </a:ext>
            </a:extLst>
          </p:cNvPr>
          <p:cNvSpPr txBox="1"/>
          <p:nvPr/>
        </p:nvSpPr>
        <p:spPr>
          <a:xfrm>
            <a:off x="788268" y="2315997"/>
            <a:ext cx="818535" cy="132517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 dirty="0">
                <a:latin typeface="Arial Narrow" panose="020B0606020202030204" pitchFamily="34" charset="0"/>
                <a:cs typeface="Arial" panose="020B0604020202020204" pitchFamily="34" charset="0"/>
              </a:rPr>
              <a:t>{IssueDate}</a:t>
            </a:r>
          </a:p>
        </p:txBody>
      </p:sp>
    </p:spTree>
    <p:extLst>
      <p:ext uri="{BB962C8B-B14F-4D97-AF65-F5344CB8AC3E}">
        <p14:creationId xmlns:p14="http://schemas.microsoft.com/office/powerpoint/2010/main" val="3596783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D40A8010-4C76-4B85-AE64-B45428772F34}"/>
              </a:ext>
            </a:extLst>
          </p:cNvPr>
          <p:cNvSpPr/>
          <p:nvPr/>
        </p:nvSpPr>
        <p:spPr>
          <a:xfrm>
            <a:off x="85194" y="29106"/>
            <a:ext cx="1777471" cy="30280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85193" y="38009"/>
            <a:ext cx="1777471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75863"/>
            <a:endParaRPr lang="en-US" sz="900" b="1" dirty="0"/>
          </a:p>
          <a:p>
            <a:pPr algn="ctr" defTabSz="575863"/>
            <a:r>
              <a:rPr lang="en-US" sz="900" b="1" dirty="0"/>
              <a:t>Factory </a:t>
            </a:r>
            <a:r>
              <a:rPr lang="en-US" sz="900" b="1" dirty="0" smtClean="0"/>
              <a:t>Address</a:t>
            </a:r>
            <a:endParaRPr lang="en-US" sz="900" b="1" dirty="0"/>
          </a:p>
          <a:p>
            <a:pPr algn="ctr"/>
            <a:r>
              <a:rPr lang="en-IN" sz="900" dirty="0" err="1"/>
              <a:t>Cedaar</a:t>
            </a:r>
            <a:r>
              <a:rPr lang="en-IN" sz="900" dirty="0"/>
              <a:t> Textile, </a:t>
            </a:r>
            <a:r>
              <a:rPr lang="en-IN" sz="900" dirty="0" err="1"/>
              <a:t>Akbarpur</a:t>
            </a:r>
            <a:r>
              <a:rPr lang="en-IN" sz="900" dirty="0"/>
              <a:t>, </a:t>
            </a:r>
            <a:endParaRPr lang="en-IN" sz="900" dirty="0" smtClean="0"/>
          </a:p>
          <a:p>
            <a:pPr algn="ctr"/>
            <a:r>
              <a:rPr lang="en-IN" sz="900" dirty="0" err="1" smtClean="0"/>
              <a:t>Ahmedgarh</a:t>
            </a:r>
            <a:r>
              <a:rPr lang="en-IN" sz="900" dirty="0"/>
              <a:t>, </a:t>
            </a:r>
          </a:p>
          <a:p>
            <a:pPr algn="ctr"/>
            <a:r>
              <a:rPr lang="en-IN" sz="900" dirty="0"/>
              <a:t>District - Sangrur, Punjab 148021</a:t>
            </a:r>
          </a:p>
          <a:p>
            <a:pPr algn="ctr" defTabSz="575863"/>
            <a:r>
              <a:rPr lang="en-US" sz="900" dirty="0"/>
              <a:t>Contact Number - </a:t>
            </a:r>
            <a:r>
              <a:rPr lang="en-US" sz="900" dirty="0"/>
              <a:t>8558852200</a:t>
            </a:r>
          </a:p>
          <a:p>
            <a:pPr algn="ctr" defTabSz="575863"/>
            <a:endParaRPr lang="en-US" sz="900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A0E156A-43AA-40D7-B525-78E0E0C5675A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34471" y="2113097"/>
            <a:ext cx="1728193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0" tIns="0" rIns="0" bIns="0" anchor="t">
            <a:spAutoFit/>
          </a:bodyPr>
          <a:lstStyle/>
          <a:p>
            <a:pPr algn="ctr" defTabSz="575863"/>
            <a:r>
              <a:rPr lang="en-US" sz="800" dirty="0">
                <a:latin typeface="Arial Narrow"/>
              </a:rPr>
              <a:t>ID Card is not Transferable.</a:t>
            </a:r>
          </a:p>
          <a:p>
            <a:pPr algn="ctr" defTabSz="575863"/>
            <a:r>
              <a:rPr lang="en-US" sz="800" dirty="0">
                <a:latin typeface="Arial Narrow"/>
              </a:rPr>
              <a:t>If ID Card Lost or damage, inform immediately to the </a:t>
            </a:r>
            <a:r>
              <a:rPr lang="en-US" sz="800" dirty="0" smtClean="0">
                <a:latin typeface="Arial Narrow"/>
              </a:rPr>
              <a:t>authority</a:t>
            </a:r>
            <a:endParaRPr lang="en-US" sz="800" dirty="0">
              <a:latin typeface="Arial Narrow"/>
            </a:endParaRPr>
          </a:p>
        </p:txBody>
      </p:sp>
      <p:sp>
        <p:nvSpPr>
          <p:cNvPr id="7" name="PermanentAddress">
            <a:extLst>
              <a:ext uri="{FF2B5EF4-FFF2-40B4-BE49-F238E27FC236}">
                <a16:creationId xmlns="" xmlns:a16="http://schemas.microsoft.com/office/drawing/2014/main" id="{DA85D5D7-C9C1-4AB7-94A9-8801B9A8A02E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84150" y="2712613"/>
            <a:ext cx="1631950" cy="143952"/>
          </a:xfrm>
          <a:prstGeom prst="rect">
            <a:avLst/>
          </a:prstGeom>
          <a:solidFill>
            <a:schemeClr val="bg1"/>
          </a:solidFill>
          <a:ln w="9525">
            <a:noFill/>
            <a:headEnd type="none"/>
            <a:tailEnd type="non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anchor="t">
            <a:normAutofit/>
          </a:bodyPr>
          <a:lstStyle>
            <a:lvl1pPr marL="0" indent="0" defTabSz="57586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indent="0" defTabSz="57586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defTabSz="57586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defTabSz="57586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defTabSz="57586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defTabSz="57586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defTabSz="57586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defTabSz="57586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defTabSz="57586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 sz="800" dirty="0">
                <a:latin typeface="Kalpurush"/>
              </a:defRPr>
            </a:pPr>
            <a:r>
              <a:rPr lang="en-US" b="1" dirty="0">
                <a:latin typeface="Kalpurush"/>
              </a:rPr>
              <a:t>Website </a:t>
            </a:r>
            <a:r>
              <a:rPr lang="en-US" b="1" dirty="0" smtClean="0">
                <a:latin typeface="Kalpurush"/>
              </a:rPr>
              <a:t>– WWW.</a:t>
            </a:r>
            <a:r>
              <a:rPr lang="en-US" b="1" dirty="0" smtClean="0">
                <a:latin typeface="Kalpurush"/>
              </a:rPr>
              <a:t>cedaartextile.com</a:t>
            </a:r>
            <a:endParaRPr lang="en-US" b="1" dirty="0">
              <a:latin typeface="Kalpurush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39F4F9D6-DC1B-4CAC-AFD1-10CED8B9CD36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0" y="1304336"/>
            <a:ext cx="1947863" cy="276999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0" tIns="0" rIns="0" bIns="0" anchor="t">
            <a:spAutoFit/>
          </a:bodyPr>
          <a:lstStyle/>
          <a:p>
            <a:pPr algn="ctr" defTabSz="575863"/>
            <a:r>
              <a:rPr lang="en-US" sz="900" b="1" dirty="0"/>
              <a:t>Permanent Address of </a:t>
            </a:r>
            <a:r>
              <a:rPr lang="en-US" sz="900" b="1" dirty="0" smtClean="0"/>
              <a:t>Employee</a:t>
            </a:r>
          </a:p>
          <a:p>
            <a:pPr algn="ctr" defTabSz="575863"/>
            <a:r>
              <a:rPr lang="en-US" sz="900" dirty="0">
                <a:latin typeface="Kalpurush"/>
              </a:rPr>
              <a:t>15, DIT Road, East </a:t>
            </a:r>
            <a:r>
              <a:rPr lang="en-US" sz="900" dirty="0" err="1" smtClean="0">
                <a:latin typeface="Kalpurush"/>
              </a:rPr>
              <a:t>Rampura</a:t>
            </a:r>
            <a:endParaRPr lang="en-US" sz="900" dirty="0">
              <a:latin typeface="Kalpurush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538</TotalTime>
  <Pages>0</Pages>
  <Words>64</Words>
  <Characters>0</Characters>
  <Application>Microsoft Office PowerPoint</Application>
  <PresentationFormat>Custom</PresentationFormat>
  <Lines>0</Lines>
  <Paragraphs>34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Arial Narrow</vt:lpstr>
      <vt:lpstr>Calibri</vt:lpstr>
      <vt:lpstr>Calibri Light</vt:lpstr>
      <vt:lpstr>Kalpurush</vt:lpstr>
      <vt:lpstr>Office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APLOS</dc:creator>
  <cp:lastModifiedBy>Administrator</cp:lastModifiedBy>
  <cp:revision>179</cp:revision>
  <dcterms:modified xsi:type="dcterms:W3CDTF">2021-01-11T14:07:15Z</dcterms:modified>
</cp:coreProperties>
</file>