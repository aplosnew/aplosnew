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947863" cy="3090863" type="screen4x3"/>
  <p:notesSz cx="7104063" cy="10234613"/>
  <p:defaultTextStyle>
    <a:defPPr defTabSz="173043">
      <a:defRPr lang="en-US" dirty="0"/>
    </a:defPPr>
    <a:lvl1pPr marL="0" rtl="0" algn="l" defTabSz="173043">
      <a:defRPr sz="340" kern="1200" dirty="0">
        <a:solidFill>
          <a:schemeClr val="tx1"/>
        </a:solidFill>
        <a:latin typeface="+mn-lt"/>
        <a:ea typeface="+mn-ea"/>
      </a:defRPr>
    </a:lvl1pPr>
    <a:lvl2pPr marL="86523" rtl="0" algn="l" defTabSz="173043">
      <a:defRPr sz="340" kern="1200" dirty="0">
        <a:solidFill>
          <a:schemeClr val="tx1"/>
        </a:solidFill>
        <a:latin typeface="+mn-lt"/>
        <a:ea typeface="+mn-ea"/>
      </a:defRPr>
    </a:lvl2pPr>
    <a:lvl3pPr marL="173043" rtl="0" algn="l" defTabSz="173043">
      <a:defRPr sz="340" kern="1200" dirty="0">
        <a:solidFill>
          <a:schemeClr val="tx1"/>
        </a:solidFill>
        <a:latin typeface="+mn-lt"/>
        <a:ea typeface="+mn-ea"/>
      </a:defRPr>
    </a:lvl3pPr>
    <a:lvl4pPr marL="259566" rtl="0" algn="l" defTabSz="173043">
      <a:defRPr sz="340" kern="1200" dirty="0">
        <a:solidFill>
          <a:schemeClr val="tx1"/>
        </a:solidFill>
        <a:latin typeface="+mn-lt"/>
        <a:ea typeface="+mn-ea"/>
      </a:defRPr>
    </a:lvl4pPr>
    <a:lvl5pPr marL="346086" rtl="0" algn="l" defTabSz="173043">
      <a:defRPr sz="340" kern="1200" dirty="0">
        <a:solidFill>
          <a:schemeClr val="tx1"/>
        </a:solidFill>
        <a:latin typeface="+mn-lt"/>
        <a:ea typeface="+mn-ea"/>
      </a:defRPr>
    </a:lvl5pPr>
    <a:lvl6pPr marL="432609" rtl="0" algn="l" defTabSz="173043">
      <a:defRPr sz="340" kern="1200" dirty="0">
        <a:solidFill>
          <a:schemeClr val="tx1"/>
        </a:solidFill>
        <a:latin typeface="+mn-lt"/>
        <a:ea typeface="+mn-ea"/>
      </a:defRPr>
    </a:lvl6pPr>
    <a:lvl7pPr marL="519130" rtl="0" algn="l" defTabSz="173043">
      <a:defRPr sz="340" kern="1200" dirty="0">
        <a:solidFill>
          <a:schemeClr val="tx1"/>
        </a:solidFill>
        <a:latin typeface="+mn-lt"/>
        <a:ea typeface="+mn-ea"/>
      </a:defRPr>
    </a:lvl7pPr>
    <a:lvl8pPr marL="605652" rtl="0" algn="l" defTabSz="173043">
      <a:defRPr sz="340" kern="1200" dirty="0">
        <a:solidFill>
          <a:schemeClr val="tx1"/>
        </a:solidFill>
        <a:latin typeface="+mn-lt"/>
        <a:ea typeface="+mn-ea"/>
      </a:defRPr>
    </a:lvl8pPr>
    <a:lvl9pPr marL="692174" rtl="0" algn="l" defTabSz="173043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521415D9-36F7-43E2-AB2F-B90AF26B5E84}"/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/>
    <p:restoredTop sz="94660"/>
  </p:normalViewPr>
  <p:slideViewPr>
    <p:cSldViewPr snapToGrid="0">
      <p:cViewPr varScale="1">
        <p:scale>
          <a:sx n="173" d="100"/>
          <a:sy n="173" d="100"/>
        </p:scale>
        <p:origin x="3086" y="106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handoutMaster" Target="handoutMasters/handoutMaster1.xml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white">
          <a:xfrm>
            <a:off x="0" y="1"/>
            <a:ext cx="3078427" cy="51410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9075" tIns="49538" rIns="99075" bIns="49538" wrap="square"/>
          <a:lstStyle>
            <a:lvl1pPr algn="l">
              <a:defRPr sz="1300" dirty="0"/>
            </a:lvl1pPr>
          </a:lstStyle>
          <a:p>
            <a:pPr/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white">
          <a:xfrm>
            <a:off x="4024403" y="1"/>
            <a:ext cx="3078427" cy="51410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9075" tIns="49538" rIns="99075" bIns="49538" wrap="square"/>
          <a:lstStyle>
            <a:lvl1pPr algn="r">
              <a:defRPr sz="1300" dirty="0"/>
            </a:lvl1pPr>
          </a:lstStyle>
          <a:p>
            <a:pPr/>
            <a:fld id="{7B7E7892-5A32-4575-94C1-DE4A6525AA41}" type="datetimeFigureOut">
              <a:rPr lang="en-US" dirty="0"/>
              <a:t>8/10/2023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white">
          <a:xfrm>
            <a:off x="0" y="9720515"/>
            <a:ext cx="3078427" cy="514099"/>
          </a:xfrm>
          <a:prstGeom prst="rect">
            <a:avLst/>
          </a:prstGeom>
          <a:ln>
            <a:headEnd type="none"/>
            <a:tailEnd type="none"/>
          </a:ln>
        </p:spPr>
        <p:txBody>
          <a:bodyPr lIns="99075" tIns="49538" rIns="99075" bIns="49538" anchor="b" wrap="square"/>
          <a:lstStyle>
            <a:lvl1pPr algn="l">
              <a:defRPr sz="1300" dirty="0"/>
            </a:lvl1pPr>
          </a:lstStyle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white">
          <a:xfrm>
            <a:off x="4024403" y="9720515"/>
            <a:ext cx="3078427" cy="514099"/>
          </a:xfrm>
          <a:prstGeom prst="rect">
            <a:avLst/>
          </a:prstGeom>
          <a:ln>
            <a:headEnd type="none"/>
            <a:tailEnd type="none"/>
          </a:ln>
        </p:spPr>
        <p:txBody>
          <a:bodyPr lIns="99075" tIns="49538" rIns="99075" bIns="49538" anchor="b" wrap="square"/>
          <a:lstStyle>
            <a:lvl1pPr algn="r">
              <a:defRPr sz="1300" dirty="0"/>
            </a:lvl1pPr>
          </a:lstStyle>
          <a:p>
            <a:pPr/>
            <a:fld id="{3573C7D9-E7FD-4F95-84AD-61199CE1380C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white">
          <a:xfrm>
            <a:off x="0" y="1"/>
            <a:ext cx="3078427" cy="51410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9075" tIns="49538" rIns="99075" bIns="49538" wrap="square"/>
          <a:lstStyle>
            <a:lvl1pPr algn="l">
              <a:defRPr sz="1300" dirty="0"/>
            </a:lvl1pPr>
          </a:lstStyle>
          <a:p>
            <a:pPr/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white">
          <a:xfrm>
            <a:off x="4024403" y="1"/>
            <a:ext cx="3078427" cy="51410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9075" tIns="49538" rIns="99075" bIns="49538" wrap="square"/>
          <a:lstStyle>
            <a:lvl1pPr algn="r">
              <a:defRPr sz="1300" dirty="0"/>
            </a:lvl1pPr>
          </a:lstStyle>
          <a:p>
            <a:pPr/>
            <a:fld id="{2CB70909-C19F-4098-BABE-826759D4F724}" type="datetimeFigureOut">
              <a:rPr lang="en-US" dirty="0"/>
              <a:t>8/10/2023</a:t>
            </a:fld>
            <a:endParaRPr lang="en-US" dirty="0"/>
          </a:p>
        </p:txBody>
      </p:sp>
      <p:sp>
        <p:nvSpPr>
          <p:cNvPr id="4" name="Slide Image Placeholder 3"/>
          <p:cNvSpPr>
            <a:spLocks noChangeAspect="1" noGrp="1"/>
          </p:cNvSpPr>
          <p:nvPr>
            <p:ph type="sldImg" idx="2"/>
          </p:nvPr>
        </p:nvSpPr>
        <p:spPr bwMode="white"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srgbClr val="000000"/>
            </a:solidFill>
            <a:headEnd type="none"/>
            <a:tailEnd type="none"/>
          </a:ln>
        </p:spPr>
        <p:txBody>
          <a:bodyPr lIns="99075" tIns="49538" rIns="99075" bIns="49538" anchor="ctr" wrap="square"/>
          <a:lstStyle/>
          <a:p>
            <a:pPr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710407" y="4925410"/>
            <a:ext cx="5683250" cy="402987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9075" tIns="49538" rIns="99075" bIns="49538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white">
          <a:xfrm>
            <a:off x="0" y="9720515"/>
            <a:ext cx="3078427" cy="514099"/>
          </a:xfrm>
          <a:prstGeom prst="rect">
            <a:avLst/>
          </a:prstGeom>
          <a:ln>
            <a:headEnd type="none"/>
            <a:tailEnd type="none"/>
          </a:ln>
        </p:spPr>
        <p:txBody>
          <a:bodyPr lIns="99075" tIns="49538" rIns="99075" bIns="49538" anchor="b" wrap="square"/>
          <a:lstStyle>
            <a:lvl1pPr algn="l">
              <a:defRPr sz="1300" dirty="0"/>
            </a:lvl1pPr>
          </a:lstStyle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white">
          <a:xfrm>
            <a:off x="4024403" y="9720515"/>
            <a:ext cx="3078427" cy="514099"/>
          </a:xfrm>
          <a:prstGeom prst="rect">
            <a:avLst/>
          </a:prstGeom>
          <a:ln>
            <a:headEnd type="none"/>
            <a:tailEnd type="none"/>
          </a:ln>
        </p:spPr>
        <p:txBody>
          <a:bodyPr lIns="99075" tIns="49538" rIns="99075" bIns="49538" anchor="b" wrap="square"/>
          <a:lstStyle>
            <a:lvl1pPr algn="r">
              <a:defRPr sz="1300" dirty="0"/>
            </a:lvl1pPr>
          </a:lstStyle>
          <a:p>
            <a:pPr/>
            <a:fld id="{CD6BBD11-A0DA-469A-B44A-B3198FFC6F4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rtl="0" algn="l" defTabSz="173043">
      <a:defRPr sz="228" kern="1200" dirty="0">
        <a:solidFill>
          <a:schemeClr val="dk1"/>
        </a:solidFill>
        <a:latin typeface="+mn-lt"/>
        <a:ea typeface="+mn-ea"/>
      </a:defRPr>
    </a:lvl1pPr>
    <a:lvl2pPr marL="86523" rtl="0" algn="l" defTabSz="173043">
      <a:defRPr sz="228" kern="1200" dirty="0">
        <a:solidFill>
          <a:schemeClr val="dk1"/>
        </a:solidFill>
        <a:latin typeface="+mn-lt"/>
        <a:ea typeface="+mn-ea"/>
      </a:defRPr>
    </a:lvl2pPr>
    <a:lvl3pPr marL="173043" rtl="0" algn="l" defTabSz="173043">
      <a:defRPr sz="228" kern="1200" dirty="0">
        <a:solidFill>
          <a:schemeClr val="dk1"/>
        </a:solidFill>
        <a:latin typeface="+mn-lt"/>
        <a:ea typeface="+mn-ea"/>
      </a:defRPr>
    </a:lvl3pPr>
    <a:lvl4pPr marL="259566" rtl="0" algn="l" defTabSz="173043">
      <a:defRPr sz="228" kern="1200" dirty="0">
        <a:solidFill>
          <a:schemeClr val="dk1"/>
        </a:solidFill>
        <a:latin typeface="+mn-lt"/>
        <a:ea typeface="+mn-ea"/>
      </a:defRPr>
    </a:lvl4pPr>
    <a:lvl5pPr marL="346086" rtl="0" algn="l" defTabSz="173043">
      <a:defRPr sz="228" kern="1200" dirty="0">
        <a:solidFill>
          <a:schemeClr val="dk1"/>
        </a:solidFill>
        <a:latin typeface="+mn-lt"/>
        <a:ea typeface="+mn-ea"/>
      </a:defRPr>
    </a:lvl5pPr>
    <a:lvl6pPr marL="432609" rtl="0" algn="l" defTabSz="173043">
      <a:defRPr sz="228" kern="1200" dirty="0">
        <a:solidFill>
          <a:schemeClr val="dk1"/>
        </a:solidFill>
        <a:latin typeface="+mn-lt"/>
        <a:ea typeface="+mn-ea"/>
      </a:defRPr>
    </a:lvl6pPr>
    <a:lvl7pPr marL="519130" rtl="0" algn="l" defTabSz="173043">
      <a:defRPr sz="228" kern="1200" dirty="0">
        <a:solidFill>
          <a:schemeClr val="dk1"/>
        </a:solidFill>
        <a:latin typeface="+mn-lt"/>
        <a:ea typeface="+mn-ea"/>
      </a:defRPr>
    </a:lvl7pPr>
    <a:lvl8pPr marL="605652" rtl="0" algn="l" defTabSz="173043">
      <a:defRPr sz="228" kern="1200" dirty="0">
        <a:solidFill>
          <a:schemeClr val="dk1"/>
        </a:solidFill>
        <a:latin typeface="+mn-lt"/>
        <a:ea typeface="+mn-ea"/>
      </a:defRPr>
    </a:lvl8pPr>
    <a:lvl9pPr marL="692174" rtl="0" algn="l" defTabSz="173043">
      <a:defRPr sz="228" kern="1200" dirty="0">
        <a:solidFill>
          <a:schemeClr val="dk1"/>
        </a:solidFill>
        <a:latin typeface="+mn-lt"/>
        <a:ea typeface="+mn-ea"/>
      </a:defRPr>
    </a:lvl9pPr>
  </p:notesStyle>
</p:notesMaster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451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pPr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6595CB52-7A80-4EDE-BD89-15F3D80D2847}" type="datetime1">
              <a:rPr lang="en-US" dirty="0"/>
              <a:t>08-26-2023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798256AB-61F5-4AE9-B2A9-B219460FA3D9}" type="datetime1">
              <a:rPr lang="en-US" dirty="0"/>
              <a:t>08-26-2023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451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9232F403-2438-4303-9714-E49C6D0B1E28}" type="datetime1">
              <a:rPr lang="en-US" dirty="0"/>
              <a:t>08-26-2023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5F4B6725-C72E-4A01-97E1-5898CAC1CF6F}" type="datetime1">
              <a:rPr lang="en-US" dirty="0"/>
              <a:t>08-26-2023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2C272315-A371-4329-8393-D21113A0CC5B}" type="datetime1">
              <a:rPr lang="en-US" dirty="0"/>
              <a:t>08-26-2023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3501887-07F5-4895-9E1A-2035534BDEE9}" type="datetime1">
              <a:rPr lang="en-US" dirty="0"/>
              <a:t>08-26-2023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F2A78092-FC37-4448-AF31-357D713EC2CE}" type="datetime1">
              <a:rPr lang="en-US" dirty="0"/>
              <a:t>08-26-2023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239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68303B59-8064-4F92-9589-6397FBC99231}" type="datetime1">
              <a:rPr lang="en-US" dirty="0"/>
              <a:t>08-26-2023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239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918ADC9D-7416-45ED-BDA5-6017A57A36C0}" type="datetime1">
              <a:rPr lang="en-US" dirty="0"/>
              <a:t>08-26-2023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FCBAD589-A814-48D4-A41D-AEEBA8B062ED}" type="datetime1">
              <a:rPr lang="en-US" dirty="0"/>
              <a:t>08-26-2023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9EE1E399-81D8-4F32-A773-79DD86C9D815}" type="datetime1">
              <a:rPr lang="en-US" dirty="0"/>
              <a:t>08-26-2023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F0E8A625-E03B-4A49-8E37-41B5871683EF}" type="datetime1">
              <a:rPr lang="en-US" dirty="0"/>
              <a:t>08-26-2023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rtl="0" algn="l" defTabSz="68543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rtl="0" algn="l" defTabSz="68543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rtl="0" algn="l" defTabSz="68543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rtl="0" algn="l" defTabSz="68543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rtl="0" algn="l" defTabSz="68543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rtl="0" algn="l" defTabSz="68543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rtl="0" algn="l" defTabSz="68543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rtl="0" algn="l" defTabSz="68543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rtl="0" algn="l" defTabSz="68543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rtl="0" algn="l" defTabSz="68543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rtl="0" algn="l" defTabSz="68543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rtl="0" algn="l" defTabSz="68543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rtl="0" algn="l" defTabSz="68543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rtl="0" algn="l" defTabSz="68543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rtl="0" algn="l" defTabSz="68543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rtl="0" algn="l" defTabSz="68543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rtl="0" algn="l" defTabSz="68543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rtl="0" algn="l" defTabSz="68543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rtl="0" algn="l" defTabSz="68543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87909" y="970956"/>
            <a:ext cx="587629" cy="2119907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lIns="0" tIns="0" rIns="0" bIns="0" anchor="t" wrap="square">
            <a:noAutofit/>
          </a:bodyPr>
          <a:lstStyle/>
          <a:p>
            <a:pPr marL="0" defTabSz="17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/>
                <a:ea typeface="Arial"/>
              </a:rPr>
              <a:t>PRD.CD</a:t>
            </a:r>
            <a:endParaRPr lang="en-US" sz="500" b="1" dirty="0">
              <a:latin typeface="Arial Narrow"/>
              <a:ea typeface="Arial"/>
            </a:endParaRPr>
          </a:p>
          <a:p>
            <a:pPr marL="0" defTabSz="17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Arial Narrow"/>
                <a:ea typeface="Arial"/>
              </a:rPr>
              <a:t>PO </a:t>
            </a:r>
            <a:endParaRPr lang="en-US" sz="500" b="1" dirty="0">
              <a:latin typeface="Arial Narrow"/>
              <a:ea typeface="Arial"/>
            </a:endParaRPr>
          </a:p>
          <a:p>
            <a:pPr marL="0" defTabSz="173043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/>
                <a:ea typeface="Arial"/>
              </a:rPr>
              <a:t>LOT</a:t>
            </a:r>
            <a:r>
              <a:rPr lang="en-US" sz="800" b="1" dirty="0">
                <a:effectLst/>
                <a:latin typeface="Arial Narrow"/>
                <a:ea typeface="Arial"/>
              </a:rPr>
              <a:t> </a:t>
            </a:r>
          </a:p>
          <a:p>
            <a:pPr marL="0" defTabSz="173043">
              <a:spcBef>
                <a:spcPts val="0"/>
              </a:spcBef>
              <a:spcAft>
                <a:spcPts val="0"/>
              </a:spcAft>
            </a:pPr>
            <a:endParaRPr lang="en-US" sz="500" b="1" dirty="0">
              <a:effectLst/>
              <a:latin typeface="Arial Narrow"/>
              <a:ea typeface="Arial"/>
            </a:endParaRPr>
          </a:p>
          <a:p>
            <a:pPr marL="0" defTabSz="173043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/>
                <a:ea typeface="Arial"/>
              </a:rPr>
              <a:t>REF.NO.</a:t>
            </a:r>
            <a:r>
              <a:rPr lang="en-US" sz="800" b="1" dirty="0">
                <a:effectLst/>
                <a:latin typeface="Arial Narrow"/>
                <a:ea typeface="Arial"/>
              </a:rPr>
              <a:t> </a:t>
            </a:r>
          </a:p>
          <a:p>
            <a:pPr marL="0" defTabSz="173043">
              <a:spcBef>
                <a:spcPts val="0"/>
              </a:spcBef>
              <a:spcAft>
                <a:spcPts val="0"/>
              </a:spcAft>
            </a:pPr>
            <a:endParaRPr lang="en-US" sz="500" b="1" dirty="0">
              <a:latin typeface="Arial Narrow"/>
              <a:ea typeface="Arial"/>
            </a:endParaRPr>
          </a:p>
          <a:p>
            <a:pPr marL="0" defTabSz="173043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Arial Narrow"/>
                <a:ea typeface="Arial"/>
              </a:rPr>
              <a:t>NO. OF CONES </a:t>
            </a:r>
          </a:p>
          <a:p>
            <a:pPr marL="0" defTabSz="173043">
              <a:spcBef>
                <a:spcPts val="0"/>
              </a:spcBef>
              <a:spcAft>
                <a:spcPts val="0"/>
              </a:spcAft>
            </a:pPr>
            <a:endParaRPr lang="en-US" sz="500" b="1" dirty="0">
              <a:latin typeface="Arial Narrow"/>
              <a:ea typeface="Arial"/>
            </a:endParaRPr>
          </a:p>
          <a:p>
            <a:pPr marL="0" defTabSz="173043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/>
                <a:ea typeface="Arial"/>
              </a:rPr>
              <a:t>NET WEIGHT</a:t>
            </a:r>
            <a:endParaRPr lang="en-US" sz="500" b="1" dirty="0">
              <a:effectLst/>
              <a:latin typeface="Arial Narrow"/>
              <a:ea typeface="Arial"/>
            </a:endParaRPr>
          </a:p>
          <a:p>
            <a:pPr marL="0" defTabSz="17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Arial Narrow"/>
                <a:ea typeface="Arial"/>
              </a:rPr>
              <a:t>G.WEIGHT</a:t>
            </a:r>
          </a:p>
          <a:p>
            <a:pPr marL="0" defTabSz="17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Arial Narrow"/>
                <a:ea typeface="Arial"/>
              </a:rPr>
              <a:t>PACKED BY</a:t>
            </a:r>
          </a:p>
          <a:p>
            <a:pPr marL="0" defTabSz="17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/>
                <a:ea typeface="Arial"/>
              </a:rPr>
              <a:t>SHADE</a:t>
            </a:r>
          </a:p>
          <a:p>
            <a:pPr marL="0" defTabSz="17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Arial Narrow"/>
                <a:ea typeface="Arial"/>
              </a:rPr>
              <a:t>ARTICLE</a:t>
            </a:r>
          </a:p>
          <a:p>
            <a:pPr marL="0" defTabSz="173043">
              <a:spcBef>
                <a:spcPts val="0"/>
              </a:spcBef>
              <a:spcAft>
                <a:spcPts val="0"/>
              </a:spcAft>
            </a:pPr>
            <a:endParaRPr lang="en-US" sz="800" b="1" dirty="0">
              <a:effectLst/>
              <a:latin typeface="Arial Narrow"/>
              <a:ea typeface="Arial"/>
            </a:endParaRPr>
          </a:p>
        </p:txBody>
      </p:sp>
      <p:sp>
        <p:nvSpPr>
          <p:cNvPr id="43" name="Name"/>
          <p:cNvSpPr txBox="1">
            <a:spLocks noChangeArrowheads="1"/>
          </p:cNvSpPr>
          <p:nvPr/>
        </p:nvSpPr>
        <p:spPr bwMode="white">
          <a:xfrm>
            <a:off x="688636" y="993061"/>
            <a:ext cx="1267062" cy="97380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anchor="ctr" wrap="square">
            <a:normAutofit fontScale="100000"/>
          </a:bodyPr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>
              <a:defRPr sz="800" dirty="0">
                <a:latin typeface="Kalpurush"/>
              </a:defRPr>
            </a:pPr>
            <a:r>
              <a:rPr lang="en-US" b="1" dirty="0">
                <a:latin typeface="Arial Narrow"/>
              </a:rPr>
              <a:t>30593</a:t>
            </a:r>
          </a:p>
        </p:txBody>
      </p:sp>
      <p:sp>
        <p:nvSpPr>
          <p:cNvPr id="45" name="ID"/>
          <p:cNvSpPr txBox="1">
            <a:spLocks noChangeArrowheads="1"/>
          </p:cNvSpPr>
          <p:nvPr/>
        </p:nvSpPr>
        <p:spPr bwMode="white">
          <a:xfrm>
            <a:off x="691248" y="1210457"/>
            <a:ext cx="932851" cy="88637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anchor="ctr" wrap="square">
            <a:normAutofit fontScale="100000"/>
          </a:bodyPr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>
              <a:defRPr sz="800" dirty="0">
                <a:latin typeface="Kalpurush"/>
              </a:defRPr>
            </a:pPr>
            <a:r>
              <a:rPr lang="en-US" b="1" dirty="0">
                <a:latin typeface="Arial Narrow"/>
              </a:rPr>
              <a:t>24043</a:t>
            </a:r>
          </a:p>
        </p:txBody>
      </p:sp>
      <p:sp>
        <p:nvSpPr>
          <p:cNvPr id="47" name="DESIG"/>
          <p:cNvSpPr txBox="1">
            <a:spLocks noChangeArrowheads="1"/>
          </p:cNvSpPr>
          <p:nvPr/>
        </p:nvSpPr>
        <p:spPr bwMode="white">
          <a:xfrm>
            <a:off x="688636" y="1371664"/>
            <a:ext cx="1046671" cy="124299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anchor="ctr" wrap="square">
            <a:normAutofit fontScale="100000"/>
          </a:bodyPr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>
              <a:defRPr sz="800" dirty="0">
                <a:latin typeface="Kalpurush"/>
              </a:defRPr>
            </a:pPr>
            <a:r>
              <a:rPr lang="en-US" b="1" dirty="0">
                <a:latin typeface="Arial Narrow"/>
              </a:rPr>
              <a:t>5435</a:t>
            </a:r>
          </a:p>
        </p:txBody>
      </p:sp>
      <p:sp>
        <p:nvSpPr>
          <p:cNvPr id="49" name="Department"/>
          <p:cNvSpPr txBox="1">
            <a:spLocks noChangeArrowheads="1"/>
          </p:cNvSpPr>
          <p:nvPr/>
        </p:nvSpPr>
        <p:spPr bwMode="white">
          <a:xfrm>
            <a:off x="688636" y="1601286"/>
            <a:ext cx="941021" cy="115166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anchor="ctr" wrap="square"/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/>
            <a:r>
              <a:rPr lang="en-US" sz="800" b="1" dirty="0">
                <a:latin typeface="Arial Narrow"/>
              </a:rPr>
              <a:t>{</a:t>
            </a:r>
            <a:r>
              <a:rPr lang="en-US" sz="800" b="1" dirty="0">
                <a:latin typeface="Arial Narrow"/>
              </a:rPr>
              <a:t>ReferenceNumber</a:t>
            </a:r>
            <a:r>
              <a:rPr lang="en-US" sz="800" b="1" dirty="0">
                <a:latin typeface="Arial Narrow"/>
              </a:rPr>
              <a:t>}</a:t>
            </a:r>
          </a:p>
        </p:txBody>
      </p:sp>
      <p:sp>
        <p:nvSpPr>
          <p:cNvPr id="51" name="BloodGroup"/>
          <p:cNvSpPr txBox="1">
            <a:spLocks noChangeArrowheads="1"/>
          </p:cNvSpPr>
          <p:nvPr/>
        </p:nvSpPr>
        <p:spPr bwMode="white">
          <a:xfrm>
            <a:off x="686666" y="2228453"/>
            <a:ext cx="955106" cy="128342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anchor="ctr" wrap="square">
            <a:normAutofit fontScale="100000"/>
          </a:bodyPr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>
              <a:defRPr sz="800" dirty="0">
                <a:latin typeface="Kalpurush"/>
              </a:defRPr>
            </a:pPr>
            <a:r>
              <a:rPr lang="en-US" b="1" dirty="0">
                <a:latin typeface="Arial Narrow"/>
              </a:rPr>
              <a:t>3243245</a:t>
            </a:r>
          </a:p>
        </p:txBody>
      </p:sp>
      <p:sp>
        <p:nvSpPr>
          <p:cNvPr id="53" name="DOJ"/>
          <p:cNvSpPr txBox="1">
            <a:spLocks noChangeArrowheads="1"/>
          </p:cNvSpPr>
          <p:nvPr/>
        </p:nvSpPr>
        <p:spPr bwMode="white">
          <a:xfrm>
            <a:off x="682082" y="1816284"/>
            <a:ext cx="942017" cy="117276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anchor="ctr" wrap="square">
            <a:normAutofit fontScale="100000"/>
          </a:bodyPr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>
              <a:defRPr sz="800" dirty="0">
                <a:latin typeface="Kalpurush"/>
              </a:defRPr>
            </a:pPr>
            <a:r>
              <a:rPr lang="en-US" b="1" dirty="0">
                <a:latin typeface="Arial Narrow"/>
              </a:rPr>
              <a:t>14</a:t>
            </a:r>
          </a:p>
        </p:txBody>
      </p:sp>
      <p:sp>
        <p:nvSpPr>
          <p:cNvPr id="21" name="IssueDate"/>
          <p:cNvSpPr txBox="1">
            <a:spLocks noChangeArrowheads="1"/>
          </p:cNvSpPr>
          <p:nvPr/>
        </p:nvSpPr>
        <p:spPr bwMode="white">
          <a:xfrm>
            <a:off x="688636" y="2063622"/>
            <a:ext cx="818535" cy="132517"/>
          </a:xfrm>
          <a:prstGeom prst="rect">
            <a:avLst/>
          </a:prstGeom>
          <a:solidFill>
            <a:schemeClr val="bg1"/>
          </a:solidFill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anchor="ctr" wrap="square">
            <a:normAutofit fontScale="100000"/>
          </a:bodyPr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>
              <a:defRPr sz="800" dirty="0">
                <a:latin typeface="Kalpurush"/>
              </a:defRPr>
            </a:pPr>
            <a:r>
              <a:rPr lang="en-US" b="1" dirty="0">
                <a:latin typeface="Arial Narrow"/>
              </a:rPr>
              <a:t>3200003</a:t>
            </a:r>
          </a:p>
        </p:txBody>
      </p:sp>
      <p:sp>
        <p:nvSpPr>
          <p:cNvPr id="2" name="BloodGroup"/>
          <p:cNvSpPr txBox="1">
            <a:spLocks noChangeArrowheads="1"/>
          </p:cNvSpPr>
          <p:nvPr/>
        </p:nvSpPr>
        <p:spPr bwMode="white">
          <a:xfrm>
            <a:off x="686666" y="2413298"/>
            <a:ext cx="955106" cy="128342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anchor="ctr" wrap="square">
            <a:normAutofit fontScale="100000"/>
          </a:bodyPr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>
              <a:defRPr sz="800" dirty="0">
                <a:latin typeface="Kalpurush"/>
              </a:defRPr>
            </a:pPr>
            <a:r>
              <a:rPr lang="en-US" b="1" dirty="0">
                <a:latin typeface="Arial Narrow"/>
              </a:rPr>
              <a:t>2022051</a:t>
            </a:r>
          </a:p>
        </p:txBody>
      </p:sp>
      <p:sp>
        <p:nvSpPr>
          <p:cNvPr id="3" name="BloodGroup"/>
          <p:cNvSpPr txBox="1">
            <a:spLocks noChangeArrowheads="1"/>
          </p:cNvSpPr>
          <p:nvPr/>
        </p:nvSpPr>
        <p:spPr bwMode="white">
          <a:xfrm>
            <a:off x="686666" y="2598143"/>
            <a:ext cx="955106" cy="128342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anchor="ctr" wrap="square">
            <a:normAutofit fontScale="100000"/>
          </a:bodyPr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>
              <a:defRPr sz="800" dirty="0">
                <a:latin typeface="Kalpurush"/>
              </a:defRPr>
            </a:pPr>
            <a:r>
              <a:rPr lang="en-US" b="1" dirty="0">
                <a:latin typeface="Arial Narrow"/>
              </a:rPr>
              <a:t>C860P150</a:t>
            </a:r>
          </a:p>
        </p:txBody>
      </p:sp>
      <p:sp>
        <p:nvSpPr>
          <p:cNvPr id="4" name="BloodGroup"/>
          <p:cNvSpPr txBox="1">
            <a:spLocks noChangeArrowheads="1"/>
          </p:cNvSpPr>
          <p:nvPr/>
        </p:nvSpPr>
        <p:spPr bwMode="white">
          <a:xfrm>
            <a:off x="682618" y="2781673"/>
            <a:ext cx="955106" cy="128342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anchor="ctr" wrap="square">
            <a:normAutofit fontScale="77500"/>
          </a:bodyPr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>
              <a:defRPr sz="800" dirty="0">
                <a:latin typeface="Kalpurush"/>
              </a:defRPr>
            </a:pPr>
            <a:r>
              <a:rPr lang="en-US" b="1" dirty="0">
                <a:latin typeface="Arial Narrow"/>
              </a:rPr>
              <a:t>1/30s Polyester 100% Melange Hos.Yarn Cone 60% Black</a:t>
            </a:r>
          </a:p>
        </p:txBody>
      </p:sp>
      <p:pic>
        <p:nvPicPr>
          <p:cNvPr id="5" name="EmpQR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413490" y="84539"/>
            <a:ext cx="988360" cy="871963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ppt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Characters>0</Characters>
  <Lines>0</Lines>
  <MMClips>0</MMClips>
  <Notes>0</Notes>
  <Pages>0</Pages>
  <Paragraphs>23</Paragraphs>
  <PresentationFormat>Custom</PresentationFormat>
  <HiddenSlides>0</HiddenSlides>
  <LinksUpToDate>false</LinksUpToDate>
  <ScaleCrop>false</ScaleCrop>
  <Slides>1</Slides>
  <TotalTime>725</TotalTime>
  <Words>52</Words>
  <AppVersion>12.0000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APLOS</dc:creator>
  <cp:lastModifiedBy>Nitesh Kumar</cp:lastModifiedBy>
  <dcterms:modified xsi:type="dcterms:W3CDTF">2023-08-10T09:11:14Z</dcterms:modified>
  <cp:revision>237</cp:revision>
  <dc:title>PowerPoint Presentation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/>
</file>