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736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9/8/2021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0" y="612697"/>
            <a:ext cx="612637" cy="693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761062" y="1454408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1234772" y="1128410"/>
            <a:ext cx="61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774873" y="1692764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5" name="DOJ">
            <a:extLst>
              <a:ext uri="{FF2B5EF4-FFF2-40B4-BE49-F238E27FC236}">
                <a16:creationId xmlns:a16="http://schemas.microsoft.com/office/drawing/2014/main" id="{E88B1D44-6E86-483C-8414-2055C1FD6746}"/>
              </a:ext>
            </a:extLst>
          </p:cNvPr>
          <p:cNvSpPr txBox="1"/>
          <p:nvPr/>
        </p:nvSpPr>
        <p:spPr>
          <a:xfrm>
            <a:off x="1208302" y="2675065"/>
            <a:ext cx="660404" cy="11576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अधिकृत</a:t>
            </a:r>
            <a:r>
              <a:rPr lang="en-US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hi-IN" sz="700" b="1" dirty="0">
                <a:latin typeface="Arial Narrow" panose="020B0606020202030204" pitchFamily="34" charset="0"/>
                <a:cs typeface="Arial" panose="020B0604020202020204" pitchFamily="34" charset="0"/>
              </a:rPr>
              <a:t>हस्ताक्षर</a:t>
            </a:r>
            <a:endParaRPr lang="en-US" sz="7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C8F46744-08AA-4FDA-9050-49C076C77E40}"/>
              </a:ext>
            </a:extLst>
          </p:cNvPr>
          <p:cNvSpPr txBox="1"/>
          <p:nvPr/>
        </p:nvSpPr>
        <p:spPr>
          <a:xfrm>
            <a:off x="108003" y="1949305"/>
            <a:ext cx="1113425" cy="9499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697C451-A922-4EEF-99B1-9A0B32972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9" y="1456508"/>
            <a:ext cx="760579" cy="897004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नाम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		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i="0" dirty="0">
                <a:effectLst/>
                <a:latin typeface="Segoe UI" panose="020B0502040204020203" pitchFamily="34" charset="0"/>
              </a:rPr>
              <a:t>प्लांट</a:t>
            </a:r>
            <a:r>
              <a:rPr lang="en-US" sz="900" b="1" dirty="0">
                <a:latin typeface="Segoe UI" panose="020B0502040204020203" pitchFamily="34" charset="0"/>
              </a:rPr>
              <a:t>			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en-IN" sz="800" b="1" kern="100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नियुक्ति</a:t>
            </a:r>
            <a:r>
              <a:rPr lang="en-IN" sz="800" b="1" kern="100" dirty="0">
                <a:solidFill>
                  <a:srgbClr val="000000"/>
                </a:solidFill>
                <a:latin typeface="Arial Narrow" panose="020B0606020202030204" pitchFamily="34" charset="0"/>
                <a:ea typeface="Times New Roman" panose="02020603050405020304" pitchFamily="18" charset="0"/>
              </a:rPr>
              <a:t> </a:t>
            </a:r>
            <a:r>
              <a:rPr lang="hi-IN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दिनांक</a:t>
            </a:r>
            <a:r>
              <a:rPr lang="en-US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</a:rPr>
              <a:t>जन्मदिन</a:t>
            </a:r>
            <a:r>
              <a:rPr lang="en-US" sz="800" b="1" dirty="0">
                <a:latin typeface="Arial Narrow" panose="020B0606020202030204" pitchFamily="34" charset="0"/>
              </a:rPr>
              <a:t>	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hi-IN" sz="800" b="1" dirty="0">
                <a:latin typeface="Arial Narrow" panose="020B0606020202030204" pitchFamily="34" charset="0"/>
              </a:rPr>
              <a:t>पिता</a:t>
            </a:r>
            <a:r>
              <a:rPr lang="en-US" sz="800" b="1" dirty="0">
                <a:latin typeface="Arial Narrow" panose="020B0606020202030204" pitchFamily="34" charset="0"/>
              </a:rPr>
              <a:t> </a:t>
            </a:r>
            <a:r>
              <a:rPr lang="hi-IN" sz="800" b="1" dirty="0">
                <a:latin typeface="Arial Narrow" panose="020B0606020202030204" pitchFamily="34" charset="0"/>
              </a:rPr>
              <a:t>का नाम</a:t>
            </a:r>
            <a:r>
              <a:rPr lang="en-US" sz="800" b="1" dirty="0">
                <a:latin typeface="Arial Narrow" panose="020B0606020202030204" pitchFamily="34" charset="0"/>
              </a:rPr>
              <a:t>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hi-IN" sz="800" b="1" dirty="0">
                <a:latin typeface="Arial Narrow" panose="020B0606020202030204" pitchFamily="34" charset="0"/>
              </a:rPr>
              <a:t>पता</a:t>
            </a:r>
            <a:r>
              <a:rPr lang="en-US" sz="800" b="1" dirty="0">
                <a:latin typeface="Arial Narrow" panose="020B0606020202030204" pitchFamily="34" charset="0"/>
              </a:rPr>
              <a:t> 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00EA-7EBD-44B7-A02A-220EC203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" y="111036"/>
            <a:ext cx="354670" cy="39467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D6ACE2-82E0-4784-83E6-47A188992C84}"/>
              </a:ext>
            </a:extLst>
          </p:cNvPr>
          <p:cNvSpPr txBox="1"/>
          <p:nvPr/>
        </p:nvSpPr>
        <p:spPr>
          <a:xfrm>
            <a:off x="409059" y="297379"/>
            <a:ext cx="152223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i-IN" sz="1050" b="1" dirty="0">
                <a:latin typeface="Arial Narrow" panose="020B0606020202030204" pitchFamily="34" charset="0"/>
              </a:rPr>
              <a:t>प्रतिभा सिंटेक्स लिमिटेड</a:t>
            </a:r>
            <a:endParaRPr lang="en-US" sz="1050" b="1" dirty="0">
              <a:latin typeface="Arial Narrow" panose="020B0606020202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3933F5-63CD-4782-BD57-12EE77EDB6C7}"/>
              </a:ext>
            </a:extLst>
          </p:cNvPr>
          <p:cNvSpPr/>
          <p:nvPr/>
        </p:nvSpPr>
        <p:spPr>
          <a:xfrm>
            <a:off x="16570" y="33868"/>
            <a:ext cx="1914724" cy="3005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latin typeface="Arial Narrow" panose="020B0606020202030204" pitchFamily="34" charset="0"/>
            </a:endParaRPr>
          </a:p>
        </p:txBody>
      </p:sp>
      <p:sp>
        <p:nvSpPr>
          <p:cNvPr id="17" name="ID">
            <a:extLst>
              <a:ext uri="{FF2B5EF4-FFF2-40B4-BE49-F238E27FC236}">
                <a16:creationId xmlns:a16="http://schemas.microsoft.com/office/drawing/2014/main" id="{A78EBDF8-1EBE-481C-88A9-8FB1E1F41C79}"/>
              </a:ext>
            </a:extLst>
          </p:cNvPr>
          <p:cNvSpPr txBox="1"/>
          <p:nvPr/>
        </p:nvSpPr>
        <p:spPr>
          <a:xfrm>
            <a:off x="790306" y="1129531"/>
            <a:ext cx="55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कार्ड नंबर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	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ID">
            <a:extLst>
              <a:ext uri="{FF2B5EF4-FFF2-40B4-BE49-F238E27FC236}">
                <a16:creationId xmlns:a16="http://schemas.microsoft.com/office/drawing/2014/main" id="{B9E2181F-5D30-40E5-81CE-4DC7D47D1745}"/>
              </a:ext>
            </a:extLst>
          </p:cNvPr>
          <p:cNvSpPr txBox="1"/>
          <p:nvPr/>
        </p:nvSpPr>
        <p:spPr>
          <a:xfrm>
            <a:off x="796394" y="1261376"/>
            <a:ext cx="523281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latin typeface="Arial Narrow" panose="020B0606020202030204" pitchFamily="34" charset="0"/>
              </a:rPr>
              <a:t>रक्त समूह</a:t>
            </a: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BloodGroup">
            <a:extLst>
              <a:ext uri="{FF2B5EF4-FFF2-40B4-BE49-F238E27FC236}">
                <a16:creationId xmlns:a16="http://schemas.microsoft.com/office/drawing/2014/main" id="{61EB8762-CC20-4BE5-B3F7-2E8AAF846E44}"/>
              </a:ext>
            </a:extLst>
          </p:cNvPr>
          <p:cNvSpPr txBox="1"/>
          <p:nvPr/>
        </p:nvSpPr>
        <p:spPr>
          <a:xfrm>
            <a:off x="1248379" y="1240594"/>
            <a:ext cx="560798" cy="1329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{BloodGroup}</a:t>
            </a:r>
          </a:p>
        </p:txBody>
      </p:sp>
      <p:sp>
        <p:nvSpPr>
          <p:cNvPr id="21" name="DOJ">
            <a:extLst>
              <a:ext uri="{FF2B5EF4-FFF2-40B4-BE49-F238E27FC236}">
                <a16:creationId xmlns:a16="http://schemas.microsoft.com/office/drawing/2014/main" id="{D1342B58-F378-400D-A011-E27FC2444B17}"/>
              </a:ext>
            </a:extLst>
          </p:cNvPr>
          <p:cNvSpPr txBox="1"/>
          <p:nvPr/>
        </p:nvSpPr>
        <p:spPr>
          <a:xfrm>
            <a:off x="777148" y="1822862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{DOB}</a:t>
            </a:r>
          </a:p>
        </p:txBody>
      </p:sp>
      <p:sp>
        <p:nvSpPr>
          <p:cNvPr id="24" name="Department">
            <a:extLst>
              <a:ext uri="{FF2B5EF4-FFF2-40B4-BE49-F238E27FC236}">
                <a16:creationId xmlns:a16="http://schemas.microsoft.com/office/drawing/2014/main" id="{6F2E698A-909E-4F59-B369-CC2E5FF326ED}"/>
              </a:ext>
            </a:extLst>
          </p:cNvPr>
          <p:cNvSpPr txBox="1"/>
          <p:nvPr/>
        </p:nvSpPr>
        <p:spPr>
          <a:xfrm>
            <a:off x="62614" y="2104793"/>
            <a:ext cx="848583" cy="7209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i-IN" sz="800" b="1" dirty="0">
                <a:latin typeface="Arial Narrow" panose="020B0606020202030204" pitchFamily="34" charset="0"/>
              </a:rPr>
              <a:t>आपातकालीन फोन</a:t>
            </a:r>
            <a:r>
              <a:rPr lang="en-US" sz="800" b="1" dirty="0">
                <a:latin typeface="Arial Narrow" panose="020B0606020202030204" pitchFamily="34" charset="0"/>
              </a:rPr>
              <a:t>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PermanentAddress">
            <a:extLst>
              <a:ext uri="{FF2B5EF4-FFF2-40B4-BE49-F238E27FC236}">
                <a16:creationId xmlns:a16="http://schemas.microsoft.com/office/drawing/2014/main" id="{67C3A2FE-F9BF-4E53-90CA-8748A39E5D1C}"/>
              </a:ext>
            </a:extLst>
          </p:cNvPr>
          <p:cNvSpPr txBox="1"/>
          <p:nvPr/>
        </p:nvSpPr>
        <p:spPr>
          <a:xfrm>
            <a:off x="298562" y="2192875"/>
            <a:ext cx="1550263" cy="256214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PresentAddress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8" name="Name">
            <a:extLst>
              <a:ext uri="{FF2B5EF4-FFF2-40B4-BE49-F238E27FC236}">
                <a16:creationId xmlns:a16="http://schemas.microsoft.com/office/drawing/2014/main" id="{52CFE58F-A7EA-4BA3-9851-E20D1B246B99}"/>
              </a:ext>
            </a:extLst>
          </p:cNvPr>
          <p:cNvSpPr txBox="1"/>
          <p:nvPr/>
        </p:nvSpPr>
        <p:spPr>
          <a:xfrm>
            <a:off x="917728" y="2042894"/>
            <a:ext cx="992560" cy="1568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EmergencyTelNo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610A8B-7CE8-4394-B052-B32EC31B152E}"/>
              </a:ext>
            </a:extLst>
          </p:cNvPr>
          <p:cNvSpPr txBox="1"/>
          <p:nvPr/>
        </p:nvSpPr>
        <p:spPr>
          <a:xfrm>
            <a:off x="681432" y="1894916"/>
            <a:ext cx="12498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{</a:t>
            </a:r>
            <a:r>
              <a:rPr lang="en-US" sz="800" dirty="0" err="1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FatherName</a:t>
            </a:r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}</a:t>
            </a:r>
            <a:endParaRPr lang="en-US" sz="800" dirty="0">
              <a:latin typeface="Arial Narrow" panose="020B0606020202030204" pitchFamily="34" charset="0"/>
            </a:endParaRPr>
          </a:p>
        </p:txBody>
      </p:sp>
      <p:sp>
        <p:nvSpPr>
          <p:cNvPr id="30" name="DOJ">
            <a:extLst>
              <a:ext uri="{FF2B5EF4-FFF2-40B4-BE49-F238E27FC236}">
                <a16:creationId xmlns:a16="http://schemas.microsoft.com/office/drawing/2014/main" id="{7579A1B9-655D-4F5D-A4FA-5AE8EC09CB1B}"/>
              </a:ext>
            </a:extLst>
          </p:cNvPr>
          <p:cNvSpPr txBox="1"/>
          <p:nvPr/>
        </p:nvSpPr>
        <p:spPr>
          <a:xfrm>
            <a:off x="774873" y="1570936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{Plant}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06BE-F5A5-4206-99CD-82FB8BEFA565}"/>
              </a:ext>
            </a:extLst>
          </p:cNvPr>
          <p:cNvSpPr txBox="1"/>
          <p:nvPr/>
        </p:nvSpPr>
        <p:spPr>
          <a:xfrm>
            <a:off x="37574" y="2774753"/>
            <a:ext cx="1872714" cy="246221"/>
          </a:xfrm>
          <a:prstGeom prst="rect">
            <a:avLst/>
          </a:prstGeom>
          <a:solidFill>
            <a:srgbClr val="FF9933"/>
          </a:solidFill>
        </p:spPr>
        <p:txBody>
          <a:bodyPr wrap="square">
            <a:spAutoFit/>
          </a:bodyPr>
          <a:lstStyle/>
          <a:p>
            <a:pPr algn="ctr"/>
            <a:r>
              <a:rPr lang="hi-IN" sz="500" dirty="0"/>
              <a:t>प्रतिभा पी 6 प्लांट, प्लॉट नं. 15 एवं 16, पीथमपुर सेक्टर 5, जिला धार, मध्य प्रदेश, आपातकालीन फोन नंबर 07292404319</a:t>
            </a:r>
            <a:endParaRPr lang="en-US" sz="500" dirty="0"/>
          </a:p>
        </p:txBody>
      </p:sp>
      <p:pic>
        <p:nvPicPr>
          <p:cNvPr id="31" name="EmpQR">
            <a:extLst>
              <a:ext uri="{FF2B5EF4-FFF2-40B4-BE49-F238E27FC236}">
                <a16:creationId xmlns:a16="http://schemas.microsoft.com/office/drawing/2014/main" id="{DC0F8D45-F3F9-48FC-8FBB-C5A99414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96" y="575188"/>
            <a:ext cx="531267" cy="468701"/>
          </a:xfrm>
          <a:prstGeom prst="rect">
            <a:avLst/>
          </a:prstGeom>
        </p:spPr>
      </p:pic>
      <p:pic>
        <p:nvPicPr>
          <p:cNvPr id="32" name="AuthorizedSign">
            <a:extLst>
              <a:ext uri="{FF2B5EF4-FFF2-40B4-BE49-F238E27FC236}">
                <a16:creationId xmlns:a16="http://schemas.microsoft.com/office/drawing/2014/main" id="{12099DF0-B6C7-4212-A593-0E928E14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725" y="2489364"/>
            <a:ext cx="594472" cy="18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</TotalTime>
  <Pages>0</Pages>
  <Words>93</Words>
  <Characters>0</Characters>
  <Application>Microsoft Office PowerPoint</Application>
  <PresentationFormat>Custom</PresentationFormat>
  <Lines>0</Lines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Segoe UI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 Siddik</cp:lastModifiedBy>
  <cp:revision>211</cp:revision>
  <dcterms:modified xsi:type="dcterms:W3CDTF">2021-09-08T10:06:15Z</dcterms:modified>
</cp:coreProperties>
</file>