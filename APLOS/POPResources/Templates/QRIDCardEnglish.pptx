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7" r:id="rId2"/>
    <p:sldId id="256" r:id="rId3"/>
  </p:sldIdLst>
  <p:sldSz cx="1947863" cy="3090863"/>
  <p:notesSz cx="7104063" cy="10234613"/>
  <p:defaultTextStyle>
    <a:defPPr defTabSz="173043">
      <a:defRPr lang="en-US" dirty="0"/>
    </a:defPPr>
    <a:lvl1pPr marL="0" algn="l" defTabSz="173043" rtl="0">
      <a:defRPr sz="340" kern="1200" dirty="0">
        <a:solidFill>
          <a:schemeClr val="tx1"/>
        </a:solidFill>
        <a:latin typeface="+mn-lt"/>
        <a:ea typeface="+mn-ea"/>
      </a:defRPr>
    </a:lvl1pPr>
    <a:lvl2pPr marL="86523" algn="l" defTabSz="173043" rtl="0">
      <a:defRPr sz="340" kern="1200" dirty="0">
        <a:solidFill>
          <a:schemeClr val="tx1"/>
        </a:solidFill>
        <a:latin typeface="+mn-lt"/>
        <a:ea typeface="+mn-ea"/>
      </a:defRPr>
    </a:lvl2pPr>
    <a:lvl3pPr marL="173043" algn="l" defTabSz="173043" rtl="0">
      <a:defRPr sz="340" kern="1200" dirty="0">
        <a:solidFill>
          <a:schemeClr val="tx1"/>
        </a:solidFill>
        <a:latin typeface="+mn-lt"/>
        <a:ea typeface="+mn-ea"/>
      </a:defRPr>
    </a:lvl3pPr>
    <a:lvl4pPr marL="259566" algn="l" defTabSz="173043" rtl="0">
      <a:defRPr sz="340" kern="1200" dirty="0">
        <a:solidFill>
          <a:schemeClr val="tx1"/>
        </a:solidFill>
        <a:latin typeface="+mn-lt"/>
        <a:ea typeface="+mn-ea"/>
      </a:defRPr>
    </a:lvl4pPr>
    <a:lvl5pPr marL="346086" algn="l" defTabSz="173043" rtl="0">
      <a:defRPr sz="340" kern="1200" dirty="0">
        <a:solidFill>
          <a:schemeClr val="tx1"/>
        </a:solidFill>
        <a:latin typeface="+mn-lt"/>
        <a:ea typeface="+mn-ea"/>
      </a:defRPr>
    </a:lvl5pPr>
    <a:lvl6pPr marL="432609" algn="l" defTabSz="173043" rtl="0">
      <a:defRPr sz="340" kern="1200" dirty="0">
        <a:solidFill>
          <a:schemeClr val="tx1"/>
        </a:solidFill>
        <a:latin typeface="+mn-lt"/>
        <a:ea typeface="+mn-ea"/>
      </a:defRPr>
    </a:lvl6pPr>
    <a:lvl7pPr marL="519130" algn="l" defTabSz="173043" rtl="0">
      <a:defRPr sz="340" kern="1200" dirty="0">
        <a:solidFill>
          <a:schemeClr val="tx1"/>
        </a:solidFill>
        <a:latin typeface="+mn-lt"/>
        <a:ea typeface="+mn-ea"/>
      </a:defRPr>
    </a:lvl7pPr>
    <a:lvl8pPr marL="605652" algn="l" defTabSz="173043" rtl="0">
      <a:defRPr sz="340" kern="1200" dirty="0">
        <a:solidFill>
          <a:schemeClr val="tx1"/>
        </a:solidFill>
        <a:latin typeface="+mn-lt"/>
        <a:ea typeface="+mn-ea"/>
      </a:defRPr>
    </a:lvl8pPr>
    <a:lvl9pPr marL="692174" algn="l" defTabSz="173043" rtl="0">
      <a:defRPr sz="340" kern="1200" dirty="0">
        <a:solidFill>
          <a:schemeClr val="tx1"/>
        </a:solidFill>
        <a:latin typeface="+mn-lt"/>
        <a:ea typeface="+mn-ea"/>
      </a:defRPr>
    </a:lvl9pPr>
  </p:defaultTextStyle>
  <p:extLst>
    <p:ext uri="{EFAFB233-063F-42B5-8137-9DF3F51BA10A}">
      <p15:sldGuideLst xmlns:p15="http://schemas.microsoft.com/office/powerpoint/2012/main">
        <p15:guide id="1" orient="horz" pos="974" userDrawn="1">
          <p15:clr>
            <a:srgbClr val="A4A3A4"/>
          </p15:clr>
        </p15:guide>
        <p15:guide id="2" pos="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53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870" y="120"/>
      </p:cViewPr>
      <p:guideLst>
        <p:guide orient="horz" pos="974"/>
        <p:guide pos="6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2291D2-79BB-4F94-87B9-BBF11653C2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3FC9E3-36E3-4AFB-928B-B5AEF250EA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403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B7E7892-5A32-4575-94C1-DE4A6525AA41}" type="datetimeFigureOut">
              <a:rPr lang="en-US" smtClean="0"/>
              <a:t>8/25/2021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A1C17-704D-4BC4-92E1-EBFCAA8AA9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A4371-5D17-4637-BD19-8D5DBB00E6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403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3573C7D9-E7FD-4F95-84AD-61199CE138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0137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4403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B70909-C19F-4098-BABE-826759D4F724}" type="datetimeFigureOut">
              <a:rPr lang="en-US" smtClean="0"/>
              <a:t>8/25/2021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279525"/>
            <a:ext cx="21764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403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CD6BBD11-A0DA-469A-B44A-B3198FFC6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385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1pPr>
    <a:lvl2pPr marL="86523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2pPr>
    <a:lvl3pPr marL="173043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3pPr>
    <a:lvl4pPr marL="259566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4pPr>
    <a:lvl5pPr marL="346086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5pPr>
    <a:lvl6pPr marL="432609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6pPr>
    <a:lvl7pPr marL="519130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7pPr>
    <a:lvl8pPr marL="605652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8pPr>
    <a:lvl9pPr marL="692174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243485" y="505848"/>
            <a:ext cx="1460897" cy="1076078"/>
          </a:xfrm>
          <a:ln>
            <a:headEnd type="none"/>
            <a:tailEnd type="none"/>
          </a:ln>
        </p:spPr>
        <p:txBody>
          <a:bodyPr wrap="square" anchor="b"/>
          <a:lstStyle>
            <a:lvl1pPr algn="ctr">
              <a:defRPr sz="451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243485" y="1623421"/>
            <a:ext cx="1460897" cy="746243"/>
          </a:xfrm>
          <a:ln>
            <a:headEnd type="none"/>
            <a:tailEnd type="none"/>
          </a:ln>
        </p:spPr>
        <p:txBody>
          <a:bodyPr wrap="square"/>
          <a:lstStyle>
            <a:lvl1pPr marL="0" indent="0" algn="ctr">
              <a:buNone/>
              <a:defRPr sz="179" dirty="0"/>
            </a:lvl1pPr>
            <a:lvl2pPr marL="34273" indent="0" algn="ctr">
              <a:buNone/>
              <a:defRPr sz="163" dirty="0"/>
            </a:lvl2pPr>
            <a:lvl3pPr marL="68543" indent="0" algn="ctr">
              <a:buNone/>
              <a:defRPr sz="163" dirty="0"/>
            </a:lvl3pPr>
            <a:lvl4pPr marL="102814" indent="0" algn="ctr">
              <a:buNone/>
              <a:defRPr sz="163" dirty="0"/>
            </a:lvl4pPr>
            <a:lvl5pPr marL="137088" indent="0" algn="ctr">
              <a:buNone/>
              <a:defRPr sz="163" dirty="0"/>
            </a:lvl5pPr>
            <a:lvl6pPr marL="171359" indent="0" algn="ctr">
              <a:buNone/>
              <a:defRPr sz="163" dirty="0"/>
            </a:lvl6pPr>
            <a:lvl7pPr marL="205631" indent="0" algn="ctr">
              <a:buNone/>
              <a:defRPr sz="163" dirty="0"/>
            </a:lvl7pPr>
            <a:lvl8pPr marL="239904" indent="0" algn="ctr">
              <a:buNone/>
              <a:defRPr sz="163" dirty="0"/>
            </a:lvl8pPr>
            <a:lvl9pPr marL="274176" indent="0" algn="ctr">
              <a:buNone/>
              <a:defRPr sz="163" dirty="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6595CB52-7A80-4EDE-BD89-15F3D80D2847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98256AB-61F5-4AE9-B2A9-B219460FA3D9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2903" y="770571"/>
            <a:ext cx="1680031" cy="1285713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451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2903" y="2068450"/>
            <a:ext cx="1680031" cy="67612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79" dirty="0">
                <a:solidFill>
                  <a:schemeClr val="tx1">
                    <a:tint val="75000"/>
                  </a:schemeClr>
                </a:solidFill>
              </a:defRPr>
            </a:lvl1pPr>
            <a:lvl2pPr marL="34273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2pPr>
            <a:lvl3pPr marL="68543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3pPr>
            <a:lvl4pPr marL="102814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4pPr>
            <a:lvl5pPr marL="137088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5pPr>
            <a:lvl6pPr marL="171359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6pPr>
            <a:lvl7pPr marL="205631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7pPr>
            <a:lvl8pPr marL="239904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8pPr>
            <a:lvl9pPr marL="274176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232F403-2438-4303-9714-E49C6D0B1E28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white">
          <a:xfrm>
            <a:off x="133918" y="822801"/>
            <a:ext cx="827841" cy="19611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986108" y="822801"/>
            <a:ext cx="827841" cy="19611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5F4B6725-C72E-4A01-97E1-5898CAC1CF6F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71" y="164565"/>
            <a:ext cx="1680031" cy="5974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4169" y="757693"/>
            <a:ext cx="824037" cy="371333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179" b="1" dirty="0"/>
            </a:lvl1pPr>
            <a:lvl2pPr marL="34273" indent="0">
              <a:buNone/>
              <a:defRPr sz="163" b="1" dirty="0"/>
            </a:lvl2pPr>
            <a:lvl3pPr marL="68543" indent="0">
              <a:buNone/>
              <a:defRPr sz="163" b="1" dirty="0"/>
            </a:lvl3pPr>
            <a:lvl4pPr marL="102814" indent="0">
              <a:buNone/>
              <a:defRPr sz="163" b="1" dirty="0"/>
            </a:lvl4pPr>
            <a:lvl5pPr marL="137088" indent="0">
              <a:buNone/>
              <a:defRPr sz="163" b="1" dirty="0"/>
            </a:lvl5pPr>
            <a:lvl6pPr marL="171359" indent="0">
              <a:buNone/>
              <a:defRPr sz="163" b="1" dirty="0"/>
            </a:lvl6pPr>
            <a:lvl7pPr marL="205631" indent="0">
              <a:buNone/>
              <a:defRPr sz="163" b="1" dirty="0"/>
            </a:lvl7pPr>
            <a:lvl8pPr marL="239904" indent="0">
              <a:buNone/>
              <a:defRPr sz="163" b="1" dirty="0"/>
            </a:lvl8pPr>
            <a:lvl9pPr marL="274176" indent="0">
              <a:buNone/>
              <a:defRPr sz="163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134169" y="1129025"/>
            <a:ext cx="824037" cy="16606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986107" y="757693"/>
            <a:ext cx="828095" cy="371333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179" b="1" dirty="0"/>
            </a:lvl1pPr>
            <a:lvl2pPr marL="34273" indent="0">
              <a:buNone/>
              <a:defRPr sz="163" b="1" dirty="0"/>
            </a:lvl2pPr>
            <a:lvl3pPr marL="68543" indent="0">
              <a:buNone/>
              <a:defRPr sz="163" b="1" dirty="0"/>
            </a:lvl3pPr>
            <a:lvl4pPr marL="102814" indent="0">
              <a:buNone/>
              <a:defRPr sz="163" b="1" dirty="0"/>
            </a:lvl4pPr>
            <a:lvl5pPr marL="137088" indent="0">
              <a:buNone/>
              <a:defRPr sz="163" b="1" dirty="0"/>
            </a:lvl5pPr>
            <a:lvl6pPr marL="171359" indent="0">
              <a:buNone/>
              <a:defRPr sz="163" b="1" dirty="0"/>
            </a:lvl6pPr>
            <a:lvl7pPr marL="205631" indent="0">
              <a:buNone/>
              <a:defRPr sz="163" b="1" dirty="0"/>
            </a:lvl7pPr>
            <a:lvl8pPr marL="239904" indent="0">
              <a:buNone/>
              <a:defRPr sz="163" b="1" dirty="0"/>
            </a:lvl8pPr>
            <a:lvl9pPr marL="274176" indent="0">
              <a:buNone/>
              <a:defRPr sz="163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white">
          <a:xfrm>
            <a:off x="986107" y="1129025"/>
            <a:ext cx="828095" cy="16606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2C272315-A371-4329-8393-D21113A0CC5B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3501887-07F5-4895-9E1A-2035534BDEE9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F2A78092-FC37-4448-AF31-357D713EC2CE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69" y="206062"/>
            <a:ext cx="628237" cy="721201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239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xfrm>
            <a:off x="828098" y="445031"/>
            <a:ext cx="986105" cy="2196517"/>
          </a:xfrm>
          <a:ln>
            <a:headEnd type="none"/>
            <a:tailEnd type="none"/>
          </a:ln>
        </p:spPr>
        <p:txBody>
          <a:bodyPr wrap="square"/>
          <a:lstStyle>
            <a:lvl1pPr>
              <a:defRPr sz="239" dirty="0"/>
            </a:lvl1pPr>
            <a:lvl2pPr>
              <a:defRPr sz="210" dirty="0"/>
            </a:lvl2pPr>
            <a:lvl3pPr>
              <a:defRPr sz="179" dirty="0"/>
            </a:lvl3pPr>
            <a:lvl4pPr>
              <a:defRPr sz="163" dirty="0"/>
            </a:lvl4pPr>
            <a:lvl5pPr>
              <a:defRPr sz="163" dirty="0"/>
            </a:lvl5pPr>
            <a:lvl6pPr>
              <a:defRPr sz="163" dirty="0"/>
            </a:lvl6pPr>
            <a:lvl7pPr>
              <a:defRPr sz="163" dirty="0"/>
            </a:lvl7pPr>
            <a:lvl8pPr>
              <a:defRPr sz="163" dirty="0"/>
            </a:lvl8pPr>
            <a:lvl9pPr>
              <a:defRPr sz="163" dirty="0"/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134169" y="927263"/>
            <a:ext cx="628237" cy="1717863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3" dirty="0"/>
            </a:lvl1pPr>
            <a:lvl2pPr marL="34273" indent="0">
              <a:buNone/>
              <a:defRPr sz="163" dirty="0"/>
            </a:lvl2pPr>
            <a:lvl3pPr marL="68543" indent="0">
              <a:buNone/>
              <a:defRPr sz="163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68303B59-8064-4F92-9589-6397FBC99231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69" y="206062"/>
            <a:ext cx="628237" cy="721201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239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white">
          <a:xfrm>
            <a:off x="828098" y="445031"/>
            <a:ext cx="986105" cy="219651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239" dirty="0"/>
            </a:lvl1pPr>
            <a:lvl2pPr marL="34273" indent="0">
              <a:buNone/>
              <a:defRPr sz="210" dirty="0"/>
            </a:lvl2pPr>
            <a:lvl3pPr marL="68543" indent="0">
              <a:buNone/>
              <a:defRPr sz="179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134169" y="927263"/>
            <a:ext cx="628237" cy="1717863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3" dirty="0"/>
            </a:lvl1pPr>
            <a:lvl2pPr marL="34273" indent="0">
              <a:buNone/>
              <a:defRPr sz="163" dirty="0"/>
            </a:lvl2pPr>
            <a:lvl3pPr marL="68543" indent="0">
              <a:buNone/>
              <a:defRPr sz="163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18ADC9D-7416-45ED-BDA5-6017A57A36C0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FCBAD589-A814-48D4-A41D-AEEBA8B062ED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white">
          <a:xfrm>
            <a:off x="1393941" y="164563"/>
            <a:ext cx="420008" cy="2619363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xfrm>
            <a:off x="133918" y="164563"/>
            <a:ext cx="1235675" cy="2619363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EE1E399-81D8-4F32-A773-79DD86C9D815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133917" y="164565"/>
            <a:ext cx="1680031" cy="59742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3917" y="822801"/>
            <a:ext cx="1680031" cy="196112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>
            <a:normAutofit/>
          </a:bodyPr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133916" y="2864777"/>
            <a:ext cx="438269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l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8A625-E03B-4A49-8E37-41B5871683EF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645230" y="2864777"/>
            <a:ext cx="657404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ctr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1375679" y="2864777"/>
            <a:ext cx="438269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r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68543" rtl="0">
        <a:lnSpc>
          <a:spcPct val="90000"/>
        </a:lnSpc>
        <a:spcBef>
          <a:spcPct val="0"/>
        </a:spcBef>
        <a:buNone/>
        <a:defRPr sz="331" kern="1200" dirty="0">
          <a:solidFill>
            <a:schemeClr val="tx1"/>
          </a:solidFill>
          <a:latin typeface="+mj-lt"/>
          <a:ea typeface="+mj-ea"/>
        </a:defRPr>
      </a:lvl1pPr>
    </p:titleStyle>
    <p:bodyStyle>
      <a:lvl1pPr marL="17136" indent="-17136" algn="l" defTabSz="68543" rtl="0">
        <a:lnSpc>
          <a:spcPct val="90000"/>
        </a:lnSpc>
        <a:spcBef>
          <a:spcPts val="75"/>
        </a:spcBef>
        <a:buFont typeface="Arial"/>
        <a:buChar char="•"/>
        <a:defRPr sz="210" kern="1200" dirty="0">
          <a:solidFill>
            <a:schemeClr val="tx1"/>
          </a:solidFill>
          <a:latin typeface="+mn-lt"/>
          <a:ea typeface="+mn-ea"/>
        </a:defRPr>
      </a:lvl1pPr>
      <a:lvl2pPr marL="51408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79" kern="1200" dirty="0">
          <a:solidFill>
            <a:schemeClr val="tx1"/>
          </a:solidFill>
          <a:latin typeface="+mn-lt"/>
          <a:ea typeface="+mn-ea"/>
        </a:defRPr>
      </a:lvl2pPr>
      <a:lvl3pPr marL="85681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3pPr>
      <a:lvl4pPr marL="119950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4pPr>
      <a:lvl5pPr marL="154224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5pPr>
      <a:lvl6pPr marL="188496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6pPr>
      <a:lvl7pPr marL="222767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7pPr>
      <a:lvl8pPr marL="257040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8pPr>
      <a:lvl9pPr marL="291311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9pPr>
    </p:bodyStyle>
    <p:otherStyle>
      <a:defPPr defTabSz="68543">
        <a:defRPr lang="en-US" dirty="0"/>
      </a:defPPr>
      <a:lvl1pPr marL="0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1pPr>
      <a:lvl2pPr marL="34273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2pPr>
      <a:lvl3pPr marL="68543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3pPr>
      <a:lvl4pPr marL="102814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4pPr>
      <a:lvl5pPr marL="137088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5pPr>
      <a:lvl6pPr marL="171359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6pPr>
      <a:lvl7pPr marL="205631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7pPr>
      <a:lvl8pPr marL="239904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8pPr>
      <a:lvl9pPr marL="274176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mpPicture">
            <a:extLst>
              <a:ext uri="{FF2B5EF4-FFF2-40B4-BE49-F238E27FC236}">
                <a16:creationId xmlns:a16="http://schemas.microsoft.com/office/drawing/2014/main" id="{D0D72A86-0C89-4E8F-9483-ECD5255A56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77" y="640459"/>
            <a:ext cx="664916" cy="7250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5A55DCDA-0178-4695-8A2D-5252DB8A2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25" y="351037"/>
            <a:ext cx="1904155" cy="2435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</a:rPr>
              <a:t>{CompanyName}</a:t>
            </a:r>
            <a:endParaRPr lang="en-US" sz="1200" b="1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3" name="Name">
            <a:extLst>
              <a:ext uri="{FF2B5EF4-FFF2-40B4-BE49-F238E27FC236}">
                <a16:creationId xmlns:a16="http://schemas.microsoft.com/office/drawing/2014/main" id="{B6B12232-9F2B-4294-8217-45E7AF310A7C}"/>
              </a:ext>
            </a:extLst>
          </p:cNvPr>
          <p:cNvSpPr txBox="1"/>
          <p:nvPr/>
        </p:nvSpPr>
        <p:spPr>
          <a:xfrm>
            <a:off x="782296" y="1541461"/>
            <a:ext cx="1145442" cy="5949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{Name}</a:t>
            </a:r>
          </a:p>
        </p:txBody>
      </p:sp>
      <p:sp>
        <p:nvSpPr>
          <p:cNvPr id="45" name="ID">
            <a:extLst>
              <a:ext uri="{FF2B5EF4-FFF2-40B4-BE49-F238E27FC236}">
                <a16:creationId xmlns:a16="http://schemas.microsoft.com/office/drawing/2014/main" id="{40E9CA2C-1D4D-46B3-A4E6-3105B60FC880}"/>
              </a:ext>
            </a:extLst>
          </p:cNvPr>
          <p:cNvSpPr txBox="1"/>
          <p:nvPr/>
        </p:nvSpPr>
        <p:spPr>
          <a:xfrm>
            <a:off x="782296" y="1717977"/>
            <a:ext cx="1165567" cy="4571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{ID}</a:t>
            </a:r>
          </a:p>
        </p:txBody>
      </p:sp>
      <p:sp>
        <p:nvSpPr>
          <p:cNvPr id="47" name="DESIG">
            <a:extLst>
              <a:ext uri="{FF2B5EF4-FFF2-40B4-BE49-F238E27FC236}">
                <a16:creationId xmlns:a16="http://schemas.microsoft.com/office/drawing/2014/main" id="{49A8A3DB-5B19-4C54-9E75-C4D63916FB17}"/>
              </a:ext>
            </a:extLst>
          </p:cNvPr>
          <p:cNvSpPr txBox="1"/>
          <p:nvPr/>
        </p:nvSpPr>
        <p:spPr>
          <a:xfrm>
            <a:off x="782870" y="1856183"/>
            <a:ext cx="1143460" cy="106048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{Department}</a:t>
            </a:r>
          </a:p>
        </p:txBody>
      </p:sp>
      <p:sp>
        <p:nvSpPr>
          <p:cNvPr id="53" name="DOJ">
            <a:extLst>
              <a:ext uri="{FF2B5EF4-FFF2-40B4-BE49-F238E27FC236}">
                <a16:creationId xmlns:a16="http://schemas.microsoft.com/office/drawing/2014/main" id="{5AD335E8-37F9-4F56-9A6F-0284430FCE43}"/>
              </a:ext>
            </a:extLst>
          </p:cNvPr>
          <p:cNvSpPr txBox="1"/>
          <p:nvPr/>
        </p:nvSpPr>
        <p:spPr>
          <a:xfrm>
            <a:off x="782296" y="2074862"/>
            <a:ext cx="1150025" cy="87995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{DOJ}</a:t>
            </a:r>
          </a:p>
        </p:txBody>
      </p:sp>
      <p:sp>
        <p:nvSpPr>
          <p:cNvPr id="18" name="Name">
            <a:extLst>
              <a:ext uri="{FF2B5EF4-FFF2-40B4-BE49-F238E27FC236}">
                <a16:creationId xmlns:a16="http://schemas.microsoft.com/office/drawing/2014/main" id="{8FDDDFFA-6165-4CDD-83B8-28EEA703CB05}"/>
              </a:ext>
            </a:extLst>
          </p:cNvPr>
          <p:cNvSpPr txBox="1"/>
          <p:nvPr/>
        </p:nvSpPr>
        <p:spPr>
          <a:xfrm>
            <a:off x="20125" y="1502520"/>
            <a:ext cx="622252" cy="10846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  Name</a:t>
            </a:r>
          </a:p>
        </p:txBody>
      </p:sp>
      <p:sp>
        <p:nvSpPr>
          <p:cNvPr id="19" name="Name">
            <a:extLst>
              <a:ext uri="{FF2B5EF4-FFF2-40B4-BE49-F238E27FC236}">
                <a16:creationId xmlns:a16="http://schemas.microsoft.com/office/drawing/2014/main" id="{2AEDAEC6-3522-44D0-BB03-34BD0B74B1E6}"/>
              </a:ext>
            </a:extLst>
          </p:cNvPr>
          <p:cNvSpPr txBox="1"/>
          <p:nvPr/>
        </p:nvSpPr>
        <p:spPr>
          <a:xfrm>
            <a:off x="75118" y="1680623"/>
            <a:ext cx="622252" cy="10846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Emp Code</a:t>
            </a:r>
          </a:p>
        </p:txBody>
      </p:sp>
      <p:sp>
        <p:nvSpPr>
          <p:cNvPr id="20" name="Name">
            <a:extLst>
              <a:ext uri="{FF2B5EF4-FFF2-40B4-BE49-F238E27FC236}">
                <a16:creationId xmlns:a16="http://schemas.microsoft.com/office/drawing/2014/main" id="{0C0B7A86-4930-4EE0-A06C-07E2D564B7E4}"/>
              </a:ext>
            </a:extLst>
          </p:cNvPr>
          <p:cNvSpPr txBox="1"/>
          <p:nvPr/>
        </p:nvSpPr>
        <p:spPr>
          <a:xfrm>
            <a:off x="20125" y="1856182"/>
            <a:ext cx="762745" cy="13026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  Department</a:t>
            </a:r>
          </a:p>
        </p:txBody>
      </p:sp>
      <p:sp>
        <p:nvSpPr>
          <p:cNvPr id="21" name="Name">
            <a:extLst>
              <a:ext uri="{FF2B5EF4-FFF2-40B4-BE49-F238E27FC236}">
                <a16:creationId xmlns:a16="http://schemas.microsoft.com/office/drawing/2014/main" id="{E568E397-8FA2-488B-96C0-2E4F5759BAC5}"/>
              </a:ext>
            </a:extLst>
          </p:cNvPr>
          <p:cNvSpPr txBox="1"/>
          <p:nvPr/>
        </p:nvSpPr>
        <p:spPr>
          <a:xfrm>
            <a:off x="20125" y="2074862"/>
            <a:ext cx="762745" cy="58645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  DOJ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0B670AC1-9103-45FB-8987-C1CE4AA785D6}"/>
              </a:ext>
            </a:extLst>
          </p:cNvPr>
          <p:cNvSpPr txBox="1"/>
          <p:nvPr/>
        </p:nvSpPr>
        <p:spPr>
          <a:xfrm>
            <a:off x="973931" y="2832722"/>
            <a:ext cx="950349" cy="126323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b="1" dirty="0">
                <a:latin typeface="Arial Narrow" panose="020B0606020202030204" pitchFamily="34" charset="0"/>
                <a:cs typeface="Arial" panose="020B0604020202020204" pitchFamily="34" charset="0"/>
              </a:rPr>
              <a:t>  </a:t>
            </a:r>
            <a:r>
              <a:rPr lang="en-US" sz="800" b="1" spc="-5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Issuing</a:t>
            </a:r>
            <a:r>
              <a:rPr lang="en-US" sz="800" b="1" spc="1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sz="800" b="1" spc="-5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Authority</a:t>
            </a:r>
            <a:endParaRPr lang="en-US" sz="1400" b="1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sz="10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CompanyLogo">
            <a:extLst>
              <a:ext uri="{FF2B5EF4-FFF2-40B4-BE49-F238E27FC236}">
                <a16:creationId xmlns:a16="http://schemas.microsoft.com/office/drawing/2014/main" id="{41811C46-7D11-409D-8BFA-74B4986C45C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773758" y="39231"/>
            <a:ext cx="396887" cy="319088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7" name="AuthorizedSign">
            <a:extLst>
              <a:ext uri="{FF2B5EF4-FFF2-40B4-BE49-F238E27FC236}">
                <a16:creationId xmlns:a16="http://schemas.microsoft.com/office/drawing/2014/main" id="{8933AE18-4DBA-4E1D-A56B-9F5E134EB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248" y="2446759"/>
            <a:ext cx="679714" cy="30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783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>
            <a:extLst>
              <a:ext uri="{FF2B5EF4-FFF2-40B4-BE49-F238E27FC236}">
                <a16:creationId xmlns:a16="http://schemas.microsoft.com/office/drawing/2014/main" id="{E08DC4FA-8FDD-49A6-8A25-22FB247210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797" y="2436269"/>
            <a:ext cx="1681637" cy="155189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 upright="1">
            <a:noAutofit/>
          </a:bodyPr>
          <a:lstStyle/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Pratibha </a:t>
            </a:r>
            <a:r>
              <a:rPr lang="en-US" sz="600" b="1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Syntex</a:t>
            </a:r>
            <a:r>
              <a:rPr lang="en-US" sz="6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Limited</a:t>
            </a:r>
          </a:p>
          <a:p>
            <a:pPr marL="0" marR="0">
              <a:spcBef>
                <a:spcPts val="50"/>
              </a:spcBef>
              <a:spcAft>
                <a:spcPts val="0"/>
              </a:spcAft>
            </a:pPr>
            <a:endParaRPr lang="en-US" sz="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6" name="Name">
            <a:extLst>
              <a:ext uri="{FF2B5EF4-FFF2-40B4-BE49-F238E27FC236}">
                <a16:creationId xmlns:a16="http://schemas.microsoft.com/office/drawing/2014/main" id="{369332AD-7474-4CBD-8AA5-FDF9E91C78F3}"/>
              </a:ext>
            </a:extLst>
          </p:cNvPr>
          <p:cNvSpPr txBox="1"/>
          <p:nvPr/>
        </p:nvSpPr>
        <p:spPr>
          <a:xfrm>
            <a:off x="114300" y="1211997"/>
            <a:ext cx="854131" cy="140087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Father/Spouse Name</a:t>
            </a:r>
          </a:p>
        </p:txBody>
      </p:sp>
      <p:sp>
        <p:nvSpPr>
          <p:cNvPr id="7" name="Name">
            <a:extLst>
              <a:ext uri="{FF2B5EF4-FFF2-40B4-BE49-F238E27FC236}">
                <a16:creationId xmlns:a16="http://schemas.microsoft.com/office/drawing/2014/main" id="{CB8431EA-4935-41AC-B14B-9AE69D9B1108}"/>
              </a:ext>
            </a:extLst>
          </p:cNvPr>
          <p:cNvSpPr txBox="1"/>
          <p:nvPr/>
        </p:nvSpPr>
        <p:spPr>
          <a:xfrm>
            <a:off x="973930" y="1248178"/>
            <a:ext cx="854131" cy="82641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FatherOrSpouse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8" name="Name">
            <a:extLst>
              <a:ext uri="{FF2B5EF4-FFF2-40B4-BE49-F238E27FC236}">
                <a16:creationId xmlns:a16="http://schemas.microsoft.com/office/drawing/2014/main" id="{3C724CA0-F29E-4883-9544-6B6C4D7562BE}"/>
              </a:ext>
            </a:extLst>
          </p:cNvPr>
          <p:cNvSpPr txBox="1"/>
          <p:nvPr/>
        </p:nvSpPr>
        <p:spPr>
          <a:xfrm>
            <a:off x="114300" y="1350373"/>
            <a:ext cx="854131" cy="148108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Emergency Contact</a:t>
            </a:r>
          </a:p>
        </p:txBody>
      </p:sp>
      <p:sp>
        <p:nvSpPr>
          <p:cNvPr id="9" name="Name">
            <a:extLst>
              <a:ext uri="{FF2B5EF4-FFF2-40B4-BE49-F238E27FC236}">
                <a16:creationId xmlns:a16="http://schemas.microsoft.com/office/drawing/2014/main" id="{D99AEBC3-2636-4C28-8998-74C3DD9BF633}"/>
              </a:ext>
            </a:extLst>
          </p:cNvPr>
          <p:cNvSpPr txBox="1"/>
          <p:nvPr/>
        </p:nvSpPr>
        <p:spPr>
          <a:xfrm>
            <a:off x="965555" y="1341594"/>
            <a:ext cx="845078" cy="156887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EmergencyTelNo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0" name="Name">
            <a:extLst>
              <a:ext uri="{FF2B5EF4-FFF2-40B4-BE49-F238E27FC236}">
                <a16:creationId xmlns:a16="http://schemas.microsoft.com/office/drawing/2014/main" id="{22AC7E92-D065-4AF6-8D9E-0C28B2D37DA2}"/>
              </a:ext>
            </a:extLst>
          </p:cNvPr>
          <p:cNvSpPr txBox="1"/>
          <p:nvPr/>
        </p:nvSpPr>
        <p:spPr>
          <a:xfrm>
            <a:off x="114300" y="1560991"/>
            <a:ext cx="845079" cy="106866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DOB</a:t>
            </a:r>
          </a:p>
        </p:txBody>
      </p:sp>
      <p:sp>
        <p:nvSpPr>
          <p:cNvPr id="12" name="Name">
            <a:extLst>
              <a:ext uri="{FF2B5EF4-FFF2-40B4-BE49-F238E27FC236}">
                <a16:creationId xmlns:a16="http://schemas.microsoft.com/office/drawing/2014/main" id="{072341BE-188F-48FA-8BC2-4903BA7D5511}"/>
              </a:ext>
            </a:extLst>
          </p:cNvPr>
          <p:cNvSpPr txBox="1"/>
          <p:nvPr/>
        </p:nvSpPr>
        <p:spPr>
          <a:xfrm>
            <a:off x="973931" y="1568015"/>
            <a:ext cx="758953" cy="56164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{DOB}</a:t>
            </a:r>
          </a:p>
        </p:txBody>
      </p:sp>
      <p:sp>
        <p:nvSpPr>
          <p:cNvPr id="13" name="Name">
            <a:extLst>
              <a:ext uri="{FF2B5EF4-FFF2-40B4-BE49-F238E27FC236}">
                <a16:creationId xmlns:a16="http://schemas.microsoft.com/office/drawing/2014/main" id="{C7120450-99BB-4B1B-9EE3-7CEF47EB9B42}"/>
              </a:ext>
            </a:extLst>
          </p:cNvPr>
          <p:cNvSpPr txBox="1"/>
          <p:nvPr/>
        </p:nvSpPr>
        <p:spPr>
          <a:xfrm>
            <a:off x="114300" y="1737391"/>
            <a:ext cx="859631" cy="106866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Blood Group</a:t>
            </a:r>
          </a:p>
        </p:txBody>
      </p:sp>
      <p:sp>
        <p:nvSpPr>
          <p:cNvPr id="14" name="Name">
            <a:extLst>
              <a:ext uri="{FF2B5EF4-FFF2-40B4-BE49-F238E27FC236}">
                <a16:creationId xmlns:a16="http://schemas.microsoft.com/office/drawing/2014/main" id="{FDDA8DB7-4F3E-409B-8765-50EDE6047133}"/>
              </a:ext>
            </a:extLst>
          </p:cNvPr>
          <p:cNvSpPr txBox="1"/>
          <p:nvPr/>
        </p:nvSpPr>
        <p:spPr>
          <a:xfrm>
            <a:off x="959379" y="1768006"/>
            <a:ext cx="697146" cy="4571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BloodGroup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5" name="Name">
            <a:extLst>
              <a:ext uri="{FF2B5EF4-FFF2-40B4-BE49-F238E27FC236}">
                <a16:creationId xmlns:a16="http://schemas.microsoft.com/office/drawing/2014/main" id="{ACDF890F-2520-4E3D-917D-B17D48DCC044}"/>
              </a:ext>
            </a:extLst>
          </p:cNvPr>
          <p:cNvSpPr txBox="1"/>
          <p:nvPr/>
        </p:nvSpPr>
        <p:spPr>
          <a:xfrm>
            <a:off x="114299" y="1927309"/>
            <a:ext cx="859631" cy="106866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Address</a:t>
            </a:r>
          </a:p>
        </p:txBody>
      </p:sp>
      <p:sp>
        <p:nvSpPr>
          <p:cNvPr id="16" name="Name">
            <a:extLst>
              <a:ext uri="{FF2B5EF4-FFF2-40B4-BE49-F238E27FC236}">
                <a16:creationId xmlns:a16="http://schemas.microsoft.com/office/drawing/2014/main" id="{EA9F88D6-DD1C-44A1-9455-BA414A486A95}"/>
              </a:ext>
            </a:extLst>
          </p:cNvPr>
          <p:cNvSpPr txBox="1"/>
          <p:nvPr/>
        </p:nvSpPr>
        <p:spPr>
          <a:xfrm>
            <a:off x="980106" y="1949087"/>
            <a:ext cx="853457" cy="178315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PresentAddress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7" name="Text Box 3">
            <a:extLst>
              <a:ext uri="{FF2B5EF4-FFF2-40B4-BE49-F238E27FC236}">
                <a16:creationId xmlns:a16="http://schemas.microsoft.com/office/drawing/2014/main" id="{B044FCF3-40EC-4C5C-BBAB-BA9EE32A8B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796" y="2582137"/>
            <a:ext cx="1681637" cy="357136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 upright="1">
            <a:noAutofit/>
          </a:bodyPr>
          <a:lstStyle/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Plot No. </a:t>
            </a:r>
            <a:r>
              <a:rPr lang="en-US" sz="600" dirty="0">
                <a:latin typeface="Arial" panose="020B0604020202020204" pitchFamily="34" charset="0"/>
                <a:ea typeface="Arial" panose="020B0604020202020204" pitchFamily="34" charset="0"/>
              </a:rPr>
              <a:t>4, Industrial Growth Centre, Kheda,</a:t>
            </a:r>
          </a:p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Pithampur,Dhar,Madhya</a:t>
            </a:r>
            <a:r>
              <a:rPr lang="en-US" sz="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Pradesh 454774</a:t>
            </a:r>
          </a:p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>
                <a:latin typeface="Arial" panose="020B0604020202020204" pitchFamily="34" charset="0"/>
                <a:ea typeface="Arial" panose="020B0604020202020204" pitchFamily="34" charset="0"/>
              </a:rPr>
              <a:t>(O) 07292404362-3</a:t>
            </a:r>
            <a:endParaRPr lang="en-US" sz="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19" name="EmpQR">
            <a:extLst>
              <a:ext uri="{FF2B5EF4-FFF2-40B4-BE49-F238E27FC236}">
                <a16:creationId xmlns:a16="http://schemas.microsoft.com/office/drawing/2014/main" id="{8F5346EA-7FB5-43C1-BD30-C28E822D48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20" y="287889"/>
            <a:ext cx="788187" cy="78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1585</TotalTime>
  <Pages>0</Pages>
  <Words>76</Words>
  <Characters>0</Characters>
  <Application>Microsoft Office PowerPoint</Application>
  <PresentationFormat>Custom</PresentationFormat>
  <Lines>0</Lines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Arial Narrow</vt:lpstr>
      <vt:lpstr>Calibri</vt:lpstr>
      <vt:lpstr>Calibri Light</vt:lpstr>
      <vt:lpstr>Office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APLOS</dc:creator>
  <cp:lastModifiedBy>Administrator</cp:lastModifiedBy>
  <cp:revision>205</cp:revision>
  <dcterms:modified xsi:type="dcterms:W3CDTF">2021-08-25T10:06:29Z</dcterms:modified>
</cp:coreProperties>
</file>