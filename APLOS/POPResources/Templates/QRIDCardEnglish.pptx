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2"/>
    <p:sldId id="256" r:id="rId3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2712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8/25/2021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8/25/2021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77" y="640459"/>
            <a:ext cx="664916" cy="7250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A55DCDA-0178-4695-8A2D-5252DB8A2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5" y="351037"/>
            <a:ext cx="1904155" cy="2435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/>
            <a:r>
              <a:rPr lang="en-US" sz="1200" b="1" dirty="0">
                <a:latin typeface="Arial" panose="020B0604020202020204" pitchFamily="34" charset="0"/>
              </a:rPr>
              <a:t>{CompanyName}</a:t>
            </a:r>
            <a:endParaRPr lang="en-US" sz="12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3" name="Name">
            <a:extLst>
              <a:ext uri="{FF2B5EF4-FFF2-40B4-BE49-F238E27FC236}">
                <a16:creationId xmlns:a16="http://schemas.microsoft.com/office/drawing/2014/main" id="{B6B12232-9F2B-4294-8217-45E7AF310A7C}"/>
              </a:ext>
            </a:extLst>
          </p:cNvPr>
          <p:cNvSpPr txBox="1"/>
          <p:nvPr/>
        </p:nvSpPr>
        <p:spPr>
          <a:xfrm>
            <a:off x="782296" y="1541461"/>
            <a:ext cx="1145442" cy="59499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id="{40E9CA2C-1D4D-46B3-A4E6-3105B60FC880}"/>
              </a:ext>
            </a:extLst>
          </p:cNvPr>
          <p:cNvSpPr txBox="1"/>
          <p:nvPr/>
        </p:nvSpPr>
        <p:spPr>
          <a:xfrm>
            <a:off x="782296" y="1717977"/>
            <a:ext cx="1165567" cy="45719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47" name="DESIG">
            <a:extLst>
              <a:ext uri="{FF2B5EF4-FFF2-40B4-BE49-F238E27FC236}">
                <a16:creationId xmlns:a16="http://schemas.microsoft.com/office/drawing/2014/main" id="{49A8A3DB-5B19-4C54-9E75-C4D63916FB17}"/>
              </a:ext>
            </a:extLst>
          </p:cNvPr>
          <p:cNvSpPr txBox="1"/>
          <p:nvPr/>
        </p:nvSpPr>
        <p:spPr>
          <a:xfrm>
            <a:off x="782870" y="1856183"/>
            <a:ext cx="1143460" cy="106048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{Department}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id="{5AD335E8-37F9-4F56-9A6F-0284430FCE43}"/>
              </a:ext>
            </a:extLst>
          </p:cNvPr>
          <p:cNvSpPr txBox="1"/>
          <p:nvPr/>
        </p:nvSpPr>
        <p:spPr>
          <a:xfrm>
            <a:off x="782296" y="2074862"/>
            <a:ext cx="1150025" cy="87995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8FDDDFFA-6165-4CDD-83B8-28EEA703CB05}"/>
              </a:ext>
            </a:extLst>
          </p:cNvPr>
          <p:cNvSpPr txBox="1"/>
          <p:nvPr/>
        </p:nvSpPr>
        <p:spPr>
          <a:xfrm>
            <a:off x="20125" y="1502520"/>
            <a:ext cx="622252" cy="108469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  Name</a:t>
            </a:r>
          </a:p>
        </p:txBody>
      </p:sp>
      <p:sp>
        <p:nvSpPr>
          <p:cNvPr id="19" name="Name">
            <a:extLst>
              <a:ext uri="{FF2B5EF4-FFF2-40B4-BE49-F238E27FC236}">
                <a16:creationId xmlns:a16="http://schemas.microsoft.com/office/drawing/2014/main" id="{2AEDAEC6-3522-44D0-BB03-34BD0B74B1E6}"/>
              </a:ext>
            </a:extLst>
          </p:cNvPr>
          <p:cNvSpPr txBox="1"/>
          <p:nvPr/>
        </p:nvSpPr>
        <p:spPr>
          <a:xfrm>
            <a:off x="75118" y="1680623"/>
            <a:ext cx="622252" cy="108469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Emp Code</a:t>
            </a:r>
          </a:p>
        </p:txBody>
      </p:sp>
      <p:sp>
        <p:nvSpPr>
          <p:cNvPr id="20" name="Name">
            <a:extLst>
              <a:ext uri="{FF2B5EF4-FFF2-40B4-BE49-F238E27FC236}">
                <a16:creationId xmlns:a16="http://schemas.microsoft.com/office/drawing/2014/main" id="{0C0B7A86-4930-4EE0-A06C-07E2D564B7E4}"/>
              </a:ext>
            </a:extLst>
          </p:cNvPr>
          <p:cNvSpPr txBox="1"/>
          <p:nvPr/>
        </p:nvSpPr>
        <p:spPr>
          <a:xfrm>
            <a:off x="20125" y="1856182"/>
            <a:ext cx="762745" cy="130269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  Department</a:t>
            </a:r>
          </a:p>
        </p:txBody>
      </p:sp>
      <p:sp>
        <p:nvSpPr>
          <p:cNvPr id="21" name="Name">
            <a:extLst>
              <a:ext uri="{FF2B5EF4-FFF2-40B4-BE49-F238E27FC236}">
                <a16:creationId xmlns:a16="http://schemas.microsoft.com/office/drawing/2014/main" id="{E568E397-8FA2-488B-96C0-2E4F5759BAC5}"/>
              </a:ext>
            </a:extLst>
          </p:cNvPr>
          <p:cNvSpPr txBox="1"/>
          <p:nvPr/>
        </p:nvSpPr>
        <p:spPr>
          <a:xfrm>
            <a:off x="20125" y="2074862"/>
            <a:ext cx="762745" cy="58645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  DOJ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0B670AC1-9103-45FB-8987-C1CE4AA785D6}"/>
              </a:ext>
            </a:extLst>
          </p:cNvPr>
          <p:cNvSpPr txBox="1"/>
          <p:nvPr/>
        </p:nvSpPr>
        <p:spPr>
          <a:xfrm>
            <a:off x="973931" y="2832722"/>
            <a:ext cx="950349" cy="126323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dirty="0">
                <a:latin typeface="Arial Narrow" panose="020B0606020202030204" pitchFamily="34" charset="0"/>
                <a:cs typeface="Arial" panose="020B0604020202020204" pitchFamily="34" charset="0"/>
              </a:rPr>
              <a:t>  </a:t>
            </a:r>
            <a:r>
              <a:rPr lang="en-US" sz="800" b="1" spc="-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Issuing</a:t>
            </a:r>
            <a:r>
              <a:rPr lang="en-US" sz="800" b="1" spc="1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US" sz="800" b="1" spc="-5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Authority</a:t>
            </a:r>
            <a:endParaRPr lang="en-US" sz="14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n-US" sz="10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CompanyLogo">
            <a:extLst>
              <a:ext uri="{FF2B5EF4-FFF2-40B4-BE49-F238E27FC236}">
                <a16:creationId xmlns:a16="http://schemas.microsoft.com/office/drawing/2014/main" id="{41811C46-7D11-409D-8BFA-74B4986C45C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 bwMode="white">
          <a:xfrm>
            <a:off x="773758" y="39231"/>
            <a:ext cx="396887" cy="319088"/>
          </a:xfrm>
          <a:prstGeom prst="rect">
            <a:avLst/>
          </a:prstGeom>
          <a:ln>
            <a:headEnd type="none"/>
            <a:tailEnd type="none"/>
          </a:ln>
        </p:spPr>
      </p:pic>
      <p:pic>
        <p:nvPicPr>
          <p:cNvPr id="17" name="AuthorizedSign">
            <a:extLst>
              <a:ext uri="{FF2B5EF4-FFF2-40B4-BE49-F238E27FC236}">
                <a16:creationId xmlns:a16="http://schemas.microsoft.com/office/drawing/2014/main" id="{8933AE18-4DBA-4E1D-A56B-9F5E134EB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248" y="2446759"/>
            <a:ext cx="679714" cy="30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>
            <a:extLst>
              <a:ext uri="{FF2B5EF4-FFF2-40B4-BE49-F238E27FC236}">
                <a16:creationId xmlns:a16="http://schemas.microsoft.com/office/drawing/2014/main" id="{E08DC4FA-8FDD-49A6-8A25-22FB24721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797" y="2436269"/>
            <a:ext cx="1681637" cy="155189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spcBef>
                <a:spcPts val="50"/>
              </a:spcBef>
              <a:spcAft>
                <a:spcPts val="0"/>
              </a:spcAft>
            </a:pPr>
            <a:r>
              <a:rPr lang="en-US" sz="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{</a:t>
            </a:r>
            <a:r>
              <a:rPr lang="en-US" sz="600" b="1" dirty="0">
                <a:latin typeface="Arial" panose="020B0604020202020204" pitchFamily="34" charset="0"/>
              </a:rPr>
              <a:t>CompanyName</a:t>
            </a:r>
            <a:r>
              <a:rPr lang="en-US" sz="6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}</a:t>
            </a:r>
          </a:p>
          <a:p>
            <a:pPr marL="0" marR="0">
              <a:spcBef>
                <a:spcPts val="50"/>
              </a:spcBef>
              <a:spcAft>
                <a:spcPts val="0"/>
              </a:spcAft>
            </a:pPr>
            <a:endParaRPr lang="en-US" sz="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Name">
            <a:extLst>
              <a:ext uri="{FF2B5EF4-FFF2-40B4-BE49-F238E27FC236}">
                <a16:creationId xmlns:a16="http://schemas.microsoft.com/office/drawing/2014/main" id="{369332AD-7474-4CBD-8AA5-FDF9E91C78F3}"/>
              </a:ext>
            </a:extLst>
          </p:cNvPr>
          <p:cNvSpPr txBox="1"/>
          <p:nvPr/>
        </p:nvSpPr>
        <p:spPr>
          <a:xfrm>
            <a:off x="114300" y="1211997"/>
            <a:ext cx="854131" cy="140087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Father/Spouse Name</a:t>
            </a:r>
          </a:p>
        </p:txBody>
      </p:sp>
      <p:sp>
        <p:nvSpPr>
          <p:cNvPr id="7" name="Name">
            <a:extLst>
              <a:ext uri="{FF2B5EF4-FFF2-40B4-BE49-F238E27FC236}">
                <a16:creationId xmlns:a16="http://schemas.microsoft.com/office/drawing/2014/main" id="{CB8431EA-4935-41AC-B14B-9AE69D9B1108}"/>
              </a:ext>
            </a:extLst>
          </p:cNvPr>
          <p:cNvSpPr txBox="1"/>
          <p:nvPr/>
        </p:nvSpPr>
        <p:spPr>
          <a:xfrm>
            <a:off x="973930" y="1248178"/>
            <a:ext cx="854131" cy="82641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FatherOrSpouse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8" name="Name">
            <a:extLst>
              <a:ext uri="{FF2B5EF4-FFF2-40B4-BE49-F238E27FC236}">
                <a16:creationId xmlns:a16="http://schemas.microsoft.com/office/drawing/2014/main" id="{3C724CA0-F29E-4883-9544-6B6C4D7562BE}"/>
              </a:ext>
            </a:extLst>
          </p:cNvPr>
          <p:cNvSpPr txBox="1"/>
          <p:nvPr/>
        </p:nvSpPr>
        <p:spPr>
          <a:xfrm>
            <a:off x="114300" y="1350373"/>
            <a:ext cx="854131" cy="148108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Emergency Contact</a:t>
            </a:r>
          </a:p>
        </p:txBody>
      </p:sp>
      <p:sp>
        <p:nvSpPr>
          <p:cNvPr id="9" name="Name">
            <a:extLst>
              <a:ext uri="{FF2B5EF4-FFF2-40B4-BE49-F238E27FC236}">
                <a16:creationId xmlns:a16="http://schemas.microsoft.com/office/drawing/2014/main" id="{D99AEBC3-2636-4C28-8998-74C3DD9BF633}"/>
              </a:ext>
            </a:extLst>
          </p:cNvPr>
          <p:cNvSpPr txBox="1"/>
          <p:nvPr/>
        </p:nvSpPr>
        <p:spPr>
          <a:xfrm>
            <a:off x="965555" y="1341594"/>
            <a:ext cx="845078" cy="156887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EmergencyTelNo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0" name="Name">
            <a:extLst>
              <a:ext uri="{FF2B5EF4-FFF2-40B4-BE49-F238E27FC236}">
                <a16:creationId xmlns:a16="http://schemas.microsoft.com/office/drawing/2014/main" id="{22AC7E92-D065-4AF6-8D9E-0C28B2D37DA2}"/>
              </a:ext>
            </a:extLst>
          </p:cNvPr>
          <p:cNvSpPr txBox="1"/>
          <p:nvPr/>
        </p:nvSpPr>
        <p:spPr>
          <a:xfrm>
            <a:off x="114300" y="1560991"/>
            <a:ext cx="845079" cy="106866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DOB</a:t>
            </a:r>
          </a:p>
        </p:txBody>
      </p:sp>
      <p:sp>
        <p:nvSpPr>
          <p:cNvPr id="12" name="Name">
            <a:extLst>
              <a:ext uri="{FF2B5EF4-FFF2-40B4-BE49-F238E27FC236}">
                <a16:creationId xmlns:a16="http://schemas.microsoft.com/office/drawing/2014/main" id="{072341BE-188F-48FA-8BC2-4903BA7D5511}"/>
              </a:ext>
            </a:extLst>
          </p:cNvPr>
          <p:cNvSpPr txBox="1"/>
          <p:nvPr/>
        </p:nvSpPr>
        <p:spPr>
          <a:xfrm>
            <a:off x="973931" y="1568015"/>
            <a:ext cx="758953" cy="56164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{DOB}</a:t>
            </a:r>
          </a:p>
        </p:txBody>
      </p:sp>
      <p:sp>
        <p:nvSpPr>
          <p:cNvPr id="13" name="Name">
            <a:extLst>
              <a:ext uri="{FF2B5EF4-FFF2-40B4-BE49-F238E27FC236}">
                <a16:creationId xmlns:a16="http://schemas.microsoft.com/office/drawing/2014/main" id="{C7120450-99BB-4B1B-9EE3-7CEF47EB9B42}"/>
              </a:ext>
            </a:extLst>
          </p:cNvPr>
          <p:cNvSpPr txBox="1"/>
          <p:nvPr/>
        </p:nvSpPr>
        <p:spPr>
          <a:xfrm>
            <a:off x="114300" y="1737391"/>
            <a:ext cx="859631" cy="106866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Blood Group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FDDA8DB7-4F3E-409B-8765-50EDE6047133}"/>
              </a:ext>
            </a:extLst>
          </p:cNvPr>
          <p:cNvSpPr txBox="1"/>
          <p:nvPr/>
        </p:nvSpPr>
        <p:spPr>
          <a:xfrm>
            <a:off x="959379" y="1768006"/>
            <a:ext cx="697146" cy="45719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BloodGroup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ACDF890F-2520-4E3D-917D-B17D48DCC044}"/>
              </a:ext>
            </a:extLst>
          </p:cNvPr>
          <p:cNvSpPr txBox="1"/>
          <p:nvPr/>
        </p:nvSpPr>
        <p:spPr>
          <a:xfrm>
            <a:off x="114299" y="1927309"/>
            <a:ext cx="859631" cy="106866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Address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EA9F88D6-DD1C-44A1-9455-BA414A486A95}"/>
              </a:ext>
            </a:extLst>
          </p:cNvPr>
          <p:cNvSpPr txBox="1"/>
          <p:nvPr/>
        </p:nvSpPr>
        <p:spPr>
          <a:xfrm>
            <a:off x="980106" y="1949087"/>
            <a:ext cx="853457" cy="178315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b="1" dirty="0" err="1">
                <a:latin typeface="Arial Narrow" panose="020B0606020202030204" pitchFamily="34" charset="0"/>
                <a:cs typeface="Arial" panose="020B0604020202020204" pitchFamily="34" charset="0"/>
              </a:rPr>
              <a:t>PresentAddress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17" name="Text Box 3">
            <a:extLst>
              <a:ext uri="{FF2B5EF4-FFF2-40B4-BE49-F238E27FC236}">
                <a16:creationId xmlns:a16="http://schemas.microsoft.com/office/drawing/2014/main" id="{B044FCF3-40EC-4C5C-BBAB-BA9EE32A8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796" y="2582137"/>
            <a:ext cx="1681637" cy="357136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0" marR="0">
              <a:spcBef>
                <a:spcPts val="50"/>
              </a:spcBef>
              <a:spcAft>
                <a:spcPts val="0"/>
              </a:spcAft>
            </a:pP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{</a:t>
            </a:r>
            <a:r>
              <a:rPr lang="en-US" sz="6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CompanyAddress</a:t>
            </a:r>
            <a:r>
              <a:rPr lang="en-US" sz="6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}</a:t>
            </a:r>
          </a:p>
        </p:txBody>
      </p:sp>
      <p:pic>
        <p:nvPicPr>
          <p:cNvPr id="19" name="EmpQR">
            <a:extLst>
              <a:ext uri="{FF2B5EF4-FFF2-40B4-BE49-F238E27FC236}">
                <a16:creationId xmlns:a16="http://schemas.microsoft.com/office/drawing/2014/main" id="{8F5346EA-7FB5-43C1-BD30-C28E822D48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520" y="287889"/>
            <a:ext cx="788187" cy="7881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1550</TotalTime>
  <Pages>0</Pages>
  <Words>57</Words>
  <Characters>0</Characters>
  <Application>Microsoft Office PowerPoint</Application>
  <PresentationFormat>Custom</PresentationFormat>
  <Lines>0</Lines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Narrow</vt:lpstr>
      <vt:lpstr>Calibri</vt:lpstr>
      <vt:lpstr>Calibri Light</vt:lpstr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Administrator</cp:lastModifiedBy>
  <cp:revision>204</cp:revision>
  <dcterms:modified xsi:type="dcterms:W3CDTF">2021-08-25T09:16:58Z</dcterms:modified>
</cp:coreProperties>
</file>