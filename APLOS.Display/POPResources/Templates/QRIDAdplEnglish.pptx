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2"/>
    <p:sldId id="259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14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E6CC59-44F2-4C28-A7A5-5385A537E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947863" cy="309086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3" name="EmpPicture">
            <a:extLst>
              <a:ext uri="{FF2B5EF4-FFF2-40B4-BE49-F238E27FC236}">
                <a16:creationId xmlns:a16="http://schemas.microsoft.com/office/drawing/2014/main" id="{9F8C1AF8-47F3-4397-8EC4-5DE23156DA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12" y="666486"/>
            <a:ext cx="612637" cy="69358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Name">
            <a:extLst>
              <a:ext uri="{FF2B5EF4-FFF2-40B4-BE49-F238E27FC236}">
                <a16:creationId xmlns:a16="http://schemas.microsoft.com/office/drawing/2014/main" id="{E3712242-AF1D-4381-8C56-740AFC06BC23}"/>
              </a:ext>
            </a:extLst>
          </p:cNvPr>
          <p:cNvSpPr txBox="1"/>
          <p:nvPr/>
        </p:nvSpPr>
        <p:spPr>
          <a:xfrm>
            <a:off x="424873" y="1456557"/>
            <a:ext cx="1113425" cy="11799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6" name="ID">
            <a:extLst>
              <a:ext uri="{FF2B5EF4-FFF2-40B4-BE49-F238E27FC236}">
                <a16:creationId xmlns:a16="http://schemas.microsoft.com/office/drawing/2014/main" id="{9A85EC53-4D02-4AD5-9058-FDEB0ACA7976}"/>
              </a:ext>
            </a:extLst>
          </p:cNvPr>
          <p:cNvSpPr txBox="1"/>
          <p:nvPr/>
        </p:nvSpPr>
        <p:spPr>
          <a:xfrm>
            <a:off x="440059" y="1921792"/>
            <a:ext cx="939998" cy="12028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7" name="ID">
            <a:extLst>
              <a:ext uri="{FF2B5EF4-FFF2-40B4-BE49-F238E27FC236}">
                <a16:creationId xmlns:a16="http://schemas.microsoft.com/office/drawing/2014/main" id="{C6BDBB28-D678-45CB-BE7C-6FFC7EB019F0}"/>
              </a:ext>
            </a:extLst>
          </p:cNvPr>
          <p:cNvSpPr txBox="1"/>
          <p:nvPr/>
        </p:nvSpPr>
        <p:spPr>
          <a:xfrm>
            <a:off x="111225" y="1921792"/>
            <a:ext cx="3190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</a:rPr>
              <a:t>Code :</a:t>
            </a:r>
            <a:endParaRPr lang="en-US" sz="9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ID">
            <a:extLst>
              <a:ext uri="{FF2B5EF4-FFF2-40B4-BE49-F238E27FC236}">
                <a16:creationId xmlns:a16="http://schemas.microsoft.com/office/drawing/2014/main" id="{F485ADA1-FBEC-423E-B2D9-CBE9B1C4DBE6}"/>
              </a:ext>
            </a:extLst>
          </p:cNvPr>
          <p:cNvSpPr txBox="1"/>
          <p:nvPr/>
        </p:nvSpPr>
        <p:spPr>
          <a:xfrm>
            <a:off x="108973" y="2102666"/>
            <a:ext cx="3190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</a:rPr>
              <a:t>DOB  :</a:t>
            </a:r>
            <a:endParaRPr lang="en-US" sz="9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DOJ">
            <a:extLst>
              <a:ext uri="{FF2B5EF4-FFF2-40B4-BE49-F238E27FC236}">
                <a16:creationId xmlns:a16="http://schemas.microsoft.com/office/drawing/2014/main" id="{DC14FD2A-F68E-4205-BB4C-BB3B1296E91D}"/>
              </a:ext>
            </a:extLst>
          </p:cNvPr>
          <p:cNvSpPr txBox="1"/>
          <p:nvPr/>
        </p:nvSpPr>
        <p:spPr>
          <a:xfrm>
            <a:off x="444571" y="2105239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11" name="ID">
            <a:extLst>
              <a:ext uri="{FF2B5EF4-FFF2-40B4-BE49-F238E27FC236}">
                <a16:creationId xmlns:a16="http://schemas.microsoft.com/office/drawing/2014/main" id="{CCAD5E73-8089-4DF1-A46A-2A9EC1F96349}"/>
              </a:ext>
            </a:extLst>
          </p:cNvPr>
          <p:cNvSpPr txBox="1"/>
          <p:nvPr/>
        </p:nvSpPr>
        <p:spPr>
          <a:xfrm>
            <a:off x="57353" y="2248789"/>
            <a:ext cx="697457" cy="15244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latin typeface="Arial Narrow" panose="020B0606020202030204" pitchFamily="34" charset="0"/>
              </a:rPr>
              <a:t>Blood Group:</a:t>
            </a:r>
            <a:endParaRPr lang="en-US" sz="900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sp>
        <p:nvSpPr>
          <p:cNvPr id="12" name="BloodGroup">
            <a:extLst>
              <a:ext uri="{FF2B5EF4-FFF2-40B4-BE49-F238E27FC236}">
                <a16:creationId xmlns:a16="http://schemas.microsoft.com/office/drawing/2014/main" id="{8D31A24E-A00B-43C7-B271-AFD8D8B821FF}"/>
              </a:ext>
            </a:extLst>
          </p:cNvPr>
          <p:cNvSpPr txBox="1"/>
          <p:nvPr/>
        </p:nvSpPr>
        <p:spPr>
          <a:xfrm>
            <a:off x="739453" y="2282156"/>
            <a:ext cx="972214" cy="14222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pic>
        <p:nvPicPr>
          <p:cNvPr id="13" name="AuthorizedSign">
            <a:extLst>
              <a:ext uri="{FF2B5EF4-FFF2-40B4-BE49-F238E27FC236}">
                <a16:creationId xmlns:a16="http://schemas.microsoft.com/office/drawing/2014/main" id="{229672B2-C49A-49A6-B911-E92295FE9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67" y="2733690"/>
            <a:ext cx="519538" cy="165886"/>
          </a:xfrm>
          <a:prstGeom prst="rect">
            <a:avLst/>
          </a:prstGeom>
        </p:spPr>
      </p:pic>
      <p:sp>
        <p:nvSpPr>
          <p:cNvPr id="14" name="DESIG">
            <a:extLst>
              <a:ext uri="{FF2B5EF4-FFF2-40B4-BE49-F238E27FC236}">
                <a16:creationId xmlns:a16="http://schemas.microsoft.com/office/drawing/2014/main" id="{49A8A3DB-5B19-4C54-9E75-C4D63916FB17}"/>
              </a:ext>
            </a:extLst>
          </p:cNvPr>
          <p:cNvSpPr txBox="1"/>
          <p:nvPr/>
        </p:nvSpPr>
        <p:spPr>
          <a:xfrm>
            <a:off x="424675" y="1673976"/>
            <a:ext cx="1046671" cy="62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</p:spTree>
    <p:extLst>
      <p:ext uri="{BB962C8B-B14F-4D97-AF65-F5344CB8AC3E}">
        <p14:creationId xmlns:p14="http://schemas.microsoft.com/office/powerpoint/2010/main" val="146382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3B9414-66DF-45D4-8C54-1F9C36802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424"/>
            <a:ext cx="1947863" cy="3090863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D03FD-E6C5-4267-9EAC-172785F56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6" y="172507"/>
            <a:ext cx="598489" cy="398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3EAE51-3B57-453E-B928-7BA6B96201F6}"/>
              </a:ext>
            </a:extLst>
          </p:cNvPr>
          <p:cNvSpPr txBox="1"/>
          <p:nvPr/>
        </p:nvSpPr>
        <p:spPr>
          <a:xfrm>
            <a:off x="-1" y="587188"/>
            <a:ext cx="19478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THIS ID CARD BELONGS TO AUBURN DESIGN PRIVATE LIMITED, IF FOUND KINDLY RRETURN TO THE BELOW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9D130-14B8-4E90-9A28-DDD8871FCB23}"/>
              </a:ext>
            </a:extLst>
          </p:cNvPr>
          <p:cNvSpPr txBox="1"/>
          <p:nvPr/>
        </p:nvSpPr>
        <p:spPr>
          <a:xfrm>
            <a:off x="0" y="1083765"/>
            <a:ext cx="1947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Plot No- 615, Ranchi Tata Road, </a:t>
            </a:r>
          </a:p>
          <a:p>
            <a:pPr algn="ctr"/>
            <a:r>
              <a:rPr lang="en-US" sz="800" b="1" dirty="0"/>
              <a:t>Village - </a:t>
            </a:r>
            <a:r>
              <a:rPr lang="en-US" sz="800" b="1" dirty="0" err="1"/>
              <a:t>Pancha</a:t>
            </a:r>
            <a:r>
              <a:rPr lang="en-US" sz="800" b="1" dirty="0"/>
              <a:t> , Thana- Bundu, Ranchi Jharkhand - 835204</a:t>
            </a:r>
          </a:p>
        </p:txBody>
      </p:sp>
      <p:pic>
        <p:nvPicPr>
          <p:cNvPr id="9" name="EmpQR">
            <a:extLst>
              <a:ext uri="{FF2B5EF4-FFF2-40B4-BE49-F238E27FC236}">
                <a16:creationId xmlns:a16="http://schemas.microsoft.com/office/drawing/2014/main" id="{0CC6113A-5031-47C5-AD59-7FB0036AB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6" y="2550218"/>
            <a:ext cx="531267" cy="468701"/>
          </a:xfrm>
          <a:prstGeom prst="rect">
            <a:avLst/>
          </a:prstGeom>
        </p:spPr>
      </p:pic>
      <p:sp>
        <p:nvSpPr>
          <p:cNvPr id="11" name="DOJ">
            <a:extLst>
              <a:ext uri="{FF2B5EF4-FFF2-40B4-BE49-F238E27FC236}">
                <a16:creationId xmlns:a16="http://schemas.microsoft.com/office/drawing/2014/main" id="{5B458383-16A5-4B0D-B895-B0E204E88D06}"/>
              </a:ext>
            </a:extLst>
          </p:cNvPr>
          <p:cNvSpPr txBox="1"/>
          <p:nvPr/>
        </p:nvSpPr>
        <p:spPr>
          <a:xfrm>
            <a:off x="818077" y="222101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12" name="DOJ">
            <a:extLst>
              <a:ext uri="{FF2B5EF4-FFF2-40B4-BE49-F238E27FC236}">
                <a16:creationId xmlns:a16="http://schemas.microsoft.com/office/drawing/2014/main" id="{C6E11778-8F63-429F-8C2C-C77466CEDF30}"/>
              </a:ext>
            </a:extLst>
          </p:cNvPr>
          <p:cNvSpPr txBox="1"/>
          <p:nvPr/>
        </p:nvSpPr>
        <p:spPr>
          <a:xfrm>
            <a:off x="110966" y="2221570"/>
            <a:ext cx="666274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Date of Joining : </a:t>
            </a:r>
          </a:p>
        </p:txBody>
      </p:sp>
    </p:spTree>
    <p:extLst>
      <p:ext uri="{BB962C8B-B14F-4D97-AF65-F5344CB8AC3E}">
        <p14:creationId xmlns:p14="http://schemas.microsoft.com/office/powerpoint/2010/main" val="347654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Pages>0</Pages>
  <Words>66</Words>
  <Characters>0</Characters>
  <Application>Microsoft Office PowerPoint</Application>
  <PresentationFormat>Custom</PresentationFormat>
  <Lines>0</Lines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222</cp:revision>
  <dcterms:modified xsi:type="dcterms:W3CDTF">2021-09-28T05:18:57Z</dcterms:modified>
</cp:coreProperties>
</file>