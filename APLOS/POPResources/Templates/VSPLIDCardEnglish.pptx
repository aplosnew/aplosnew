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6" r:id="rId3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E6E6E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784" y="114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6/9/2021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6/9/2021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6/9/2021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70" y="561259"/>
            <a:ext cx="664916" cy="7527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1" name="Text Box 3">
            <a:extLst>
              <a:ext uri="{FF2B5EF4-FFF2-40B4-BE49-F238E27FC236}">
                <a16:creationId xmlns:a16="http://schemas.microsoft.com/office/drawing/2014/main" id="{11BCFEF8-0027-4081-8398-E28C95EE5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2" y="561801"/>
            <a:ext cx="757555" cy="21417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4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7470" marR="0">
              <a:spcBef>
                <a:spcPts val="0"/>
              </a:spcBef>
              <a:spcAft>
                <a:spcPts val="0"/>
              </a:spcAft>
            </a:pPr>
            <a:r>
              <a:rPr lang="en-US" sz="600" b="1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Issuing</a:t>
            </a:r>
            <a:r>
              <a:rPr lang="en-US" sz="600" b="1" spc="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600" b="1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Authority</a:t>
            </a:r>
            <a:endParaRPr lang="en-US" sz="11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Name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Emp Code Designation Department Blood</a:t>
            </a:r>
            <a:r>
              <a:rPr lang="en-US" sz="800" spc="8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Group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D.O.J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540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D.O.B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540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id="{5016F4B7-279C-46A2-9B3E-2EBFB991E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55" y="1357745"/>
            <a:ext cx="1186180" cy="1345768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36195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772234" y="1448883"/>
            <a:ext cx="1113425" cy="88873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778676" y="1615822"/>
            <a:ext cx="932851" cy="88637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47" name="DESIG">
            <a:extLst>
              <a:ext uri="{FF2B5EF4-FFF2-40B4-BE49-F238E27FC236}">
                <a16:creationId xmlns:a16="http://schemas.microsoft.com/office/drawing/2014/main" id="{49A8A3DB-5B19-4C54-9E75-C4D63916FB17}"/>
              </a:ext>
            </a:extLst>
          </p:cNvPr>
          <p:cNvSpPr txBox="1"/>
          <p:nvPr/>
        </p:nvSpPr>
        <p:spPr>
          <a:xfrm>
            <a:off x="779672" y="1813767"/>
            <a:ext cx="1046671" cy="62763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{DESIG}</a:t>
            </a:r>
          </a:p>
        </p:txBody>
      </p:sp>
      <p:sp>
        <p:nvSpPr>
          <p:cNvPr id="49" name="Department">
            <a:extLst>
              <a:ext uri="{FF2B5EF4-FFF2-40B4-BE49-F238E27FC236}">
                <a16:creationId xmlns:a16="http://schemas.microsoft.com/office/drawing/2014/main" id="{FCDA8BA4-25C1-43A2-8D0F-75181B505AC7}"/>
              </a:ext>
            </a:extLst>
          </p:cNvPr>
          <p:cNvSpPr txBox="1"/>
          <p:nvPr/>
        </p:nvSpPr>
        <p:spPr>
          <a:xfrm>
            <a:off x="773843" y="2005768"/>
            <a:ext cx="941021" cy="5552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{Department}</a:t>
            </a:r>
          </a:p>
        </p:txBody>
      </p:sp>
      <p:sp>
        <p:nvSpPr>
          <p:cNvPr id="51" name="BloodGroup">
            <a:extLst>
              <a:ext uri="{FF2B5EF4-FFF2-40B4-BE49-F238E27FC236}">
                <a16:creationId xmlns:a16="http://schemas.microsoft.com/office/drawing/2014/main" id="{EDFAB3B7-34C8-44A2-A845-519BEC1E41BF}"/>
              </a:ext>
            </a:extLst>
          </p:cNvPr>
          <p:cNvSpPr txBox="1"/>
          <p:nvPr/>
        </p:nvSpPr>
        <p:spPr>
          <a:xfrm>
            <a:off x="787571" y="2152993"/>
            <a:ext cx="955106" cy="128342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Kalpurush" panose="02000600000000000000" pitchFamily="2" charset="0"/>
              </a:rPr>
              <a:t>{BloodGroup</a:t>
            </a:r>
            <a:r>
              <a:rPr lang="en-US" sz="1000" dirty="0">
                <a:latin typeface="Arial Narrow" panose="020B0606020202030204" pitchFamily="34" charset="0"/>
                <a:cs typeface="Kalpurush" panose="02000600000000000000" pitchFamily="2" charset="0"/>
              </a:rPr>
              <a:t>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789760" y="2333217"/>
            <a:ext cx="942017" cy="12028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786987" y="2526795"/>
            <a:ext cx="942017" cy="120281"/>
          </a:xfrm>
          <a:prstGeom prst="rect">
            <a:avLst/>
          </a:prstGeom>
          <a:solidFill>
            <a:srgbClr val="33CC33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{DOB}</a:t>
            </a:r>
          </a:p>
        </p:txBody>
      </p:sp>
      <p:sp>
        <p:nvSpPr>
          <p:cNvPr id="57" name="Text Box 5">
            <a:extLst>
              <a:ext uri="{FF2B5EF4-FFF2-40B4-BE49-F238E27FC236}">
                <a16:creationId xmlns:a16="http://schemas.microsoft.com/office/drawing/2014/main" id="{9861D6F1-C31E-4F53-AE77-3AE9B0F2E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03513"/>
            <a:ext cx="1943100" cy="38735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Vasudha Swaraj Pvt. Ltd.</a:t>
            </a:r>
            <a:endParaRPr lang="en-IN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0" y="93788"/>
            <a:ext cx="1747763" cy="358705"/>
          </a:xfrm>
          <a:prstGeom prst="rect">
            <a:avLst/>
          </a:prstGeom>
        </p:spPr>
      </p:pic>
      <p:pic>
        <p:nvPicPr>
          <p:cNvPr id="17" name="AuthorizedSign">
            <a:extLst>
              <a:ext uri="{FF2B5EF4-FFF2-40B4-BE49-F238E27FC236}">
                <a16:creationId xmlns:a16="http://schemas.microsoft.com/office/drawing/2014/main" id="{A06E6B6F-62A8-4883-9D4E-EDC32E44F5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8" y="858982"/>
            <a:ext cx="641633" cy="2902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0" y="-1"/>
            <a:ext cx="1947863" cy="3090863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wrap="square" lIns="0" tIns="0" rIns="0" bIns="0" anchor="t">
            <a:noAutofit/>
          </a:bodyPr>
          <a:lstStyle/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b="1" u="sng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b="1" u="sng" dirty="0"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b="1" u="sng" dirty="0"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b="1" u="sng" dirty="0"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Registered Office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301, Acme Plaza, Andheri-Kurla Road, 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Andheri (East) Mumbai -400059 India 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Tel: +91 22 28314850, Fax: +91 22 28361464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E-mail: info@vasudhaswaraj.com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b="1" u="sng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b="1" u="sng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b="1" u="sng" dirty="0"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b="1" u="sng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Head Office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701 A &amp; 701 B, NRK Business Park,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Block No. B 1, PU-4 Commercial,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Indore - 452010 (M. P.) India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Tel: +91 731 4267900/901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E-mail: info@vasudhaswaraj.com</a:t>
            </a: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dirty="0"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endParaRPr lang="en-US" sz="600" dirty="0"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  <a:p>
            <a:pPr marL="0" algn="ctr" defTabSz="173043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www.vasudhaswaraj.com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</TotalTime>
  <Pages>0</Pages>
  <Words>141</Words>
  <Characters>0</Characters>
  <Application>Microsoft Office PowerPoint</Application>
  <PresentationFormat>Custom</PresentationFormat>
  <Lines>0</Lines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Segoe UI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Administrator</cp:lastModifiedBy>
  <cp:revision>188</cp:revision>
  <dcterms:modified xsi:type="dcterms:W3CDTF">2021-06-09T10:19:38Z</dcterms:modified>
</cp:coreProperties>
</file>