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736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9/29/2021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9/29/2021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0" y="612697"/>
            <a:ext cx="612637" cy="693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592967" y="1454408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1234772" y="1128410"/>
            <a:ext cx="61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606778" y="1692764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5" name="DOJ">
            <a:extLst>
              <a:ext uri="{FF2B5EF4-FFF2-40B4-BE49-F238E27FC236}">
                <a16:creationId xmlns:a16="http://schemas.microsoft.com/office/drawing/2014/main" id="{E88B1D44-6E86-483C-8414-2055C1FD6746}"/>
              </a:ext>
            </a:extLst>
          </p:cNvPr>
          <p:cNvSpPr txBox="1"/>
          <p:nvPr/>
        </p:nvSpPr>
        <p:spPr>
          <a:xfrm>
            <a:off x="1125224" y="2643765"/>
            <a:ext cx="772467" cy="11576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470" marR="0">
              <a:spcBef>
                <a:spcPts val="0"/>
              </a:spcBef>
              <a:spcAft>
                <a:spcPts val="0"/>
              </a:spcAft>
            </a:pPr>
            <a:r>
              <a:rPr lang="en-US" sz="700" b="1" spc="-5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Issuing</a:t>
            </a:r>
            <a:r>
              <a:rPr lang="en-US" sz="700" b="1" spc="10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 </a:t>
            </a:r>
            <a:r>
              <a:rPr lang="en-US" sz="700" b="1" spc="-5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Authority</a:t>
            </a:r>
            <a:endParaRPr lang="en-US" sz="7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C8F46744-08AA-4FDA-9050-49C076C77E40}"/>
              </a:ext>
            </a:extLst>
          </p:cNvPr>
          <p:cNvSpPr txBox="1"/>
          <p:nvPr/>
        </p:nvSpPr>
        <p:spPr>
          <a:xfrm>
            <a:off x="108003" y="1949305"/>
            <a:ext cx="1113425" cy="9499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697C451-A922-4EEF-99B1-9A0B32972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9" y="1456508"/>
            <a:ext cx="760579" cy="897004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 panose="020B0606020202030204" pitchFamily="34" charset="0"/>
              </a:rPr>
              <a:t>Name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	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Plant		:</a:t>
            </a:r>
            <a:endParaRPr lang="en-US" sz="800" b="1" dirty="0"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en-IN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DOJ		</a:t>
            </a:r>
            <a:r>
              <a:rPr lang="en-US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 panose="020B0606020202030204" pitchFamily="34" charset="0"/>
              </a:rPr>
              <a:t>DOB	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>
                <a:latin typeface="Arial Narrow" panose="020B0606020202030204" pitchFamily="34" charset="0"/>
              </a:rPr>
              <a:t>Father	</a:t>
            </a:r>
            <a:r>
              <a:rPr lang="en-US" sz="800" b="1" dirty="0">
                <a:latin typeface="Arial Narrow" panose="020B0606020202030204" pitchFamily="34" charset="0"/>
              </a:rPr>
              <a:t>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en-US" sz="800" b="1" dirty="0">
                <a:latin typeface="Arial Narrow" panose="020B0606020202030204" pitchFamily="34" charset="0"/>
              </a:rPr>
              <a:t>Address 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00EA-7EBD-44B7-A02A-220EC203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" y="111036"/>
            <a:ext cx="354670" cy="39467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D6ACE2-82E0-4784-83E6-47A188992C84}"/>
              </a:ext>
            </a:extLst>
          </p:cNvPr>
          <p:cNvSpPr txBox="1"/>
          <p:nvPr/>
        </p:nvSpPr>
        <p:spPr>
          <a:xfrm>
            <a:off x="485595" y="297379"/>
            <a:ext cx="1445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Pratibha Syntex Ltd.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3933F5-63CD-4782-BD57-12EE77EDB6C7}"/>
              </a:ext>
            </a:extLst>
          </p:cNvPr>
          <p:cNvSpPr/>
          <p:nvPr/>
        </p:nvSpPr>
        <p:spPr>
          <a:xfrm>
            <a:off x="16570" y="33868"/>
            <a:ext cx="1914724" cy="3005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latin typeface="Arial Narrow" panose="020B0606020202030204" pitchFamily="34" charset="0"/>
            </a:endParaRPr>
          </a:p>
        </p:txBody>
      </p:sp>
      <p:sp>
        <p:nvSpPr>
          <p:cNvPr id="17" name="ID">
            <a:extLst>
              <a:ext uri="{FF2B5EF4-FFF2-40B4-BE49-F238E27FC236}">
                <a16:creationId xmlns:a16="http://schemas.microsoft.com/office/drawing/2014/main" id="{A78EBDF8-1EBE-481C-88A9-8FB1E1F41C79}"/>
              </a:ext>
            </a:extLst>
          </p:cNvPr>
          <p:cNvSpPr txBox="1"/>
          <p:nvPr/>
        </p:nvSpPr>
        <p:spPr>
          <a:xfrm>
            <a:off x="729790" y="1129531"/>
            <a:ext cx="55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</a:rPr>
              <a:t>Emp Code 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ID">
            <a:extLst>
              <a:ext uri="{FF2B5EF4-FFF2-40B4-BE49-F238E27FC236}">
                <a16:creationId xmlns:a16="http://schemas.microsoft.com/office/drawing/2014/main" id="{B9E2181F-5D30-40E5-81CE-4DC7D47D1745}"/>
              </a:ext>
            </a:extLst>
          </p:cNvPr>
          <p:cNvSpPr txBox="1"/>
          <p:nvPr/>
        </p:nvSpPr>
        <p:spPr>
          <a:xfrm>
            <a:off x="659140" y="1215253"/>
            <a:ext cx="697457" cy="15244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 panose="020B0606020202030204" pitchFamily="34" charset="0"/>
              </a:rPr>
              <a:t>Blood Group: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" name="BloodGroup">
            <a:extLst>
              <a:ext uri="{FF2B5EF4-FFF2-40B4-BE49-F238E27FC236}">
                <a16:creationId xmlns:a16="http://schemas.microsoft.com/office/drawing/2014/main" id="{61EB8762-CC20-4BE5-B3F7-2E8AAF846E44}"/>
              </a:ext>
            </a:extLst>
          </p:cNvPr>
          <p:cNvSpPr txBox="1"/>
          <p:nvPr/>
        </p:nvSpPr>
        <p:spPr>
          <a:xfrm>
            <a:off x="1269399" y="1242089"/>
            <a:ext cx="560798" cy="1329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{BloodGroup}</a:t>
            </a:r>
          </a:p>
        </p:txBody>
      </p:sp>
      <p:sp>
        <p:nvSpPr>
          <p:cNvPr id="21" name="DOJ">
            <a:extLst>
              <a:ext uri="{FF2B5EF4-FFF2-40B4-BE49-F238E27FC236}">
                <a16:creationId xmlns:a16="http://schemas.microsoft.com/office/drawing/2014/main" id="{D1342B58-F378-400D-A011-E27FC2444B17}"/>
              </a:ext>
            </a:extLst>
          </p:cNvPr>
          <p:cNvSpPr txBox="1"/>
          <p:nvPr/>
        </p:nvSpPr>
        <p:spPr>
          <a:xfrm>
            <a:off x="609053" y="1822862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{DOB}</a:t>
            </a:r>
          </a:p>
        </p:txBody>
      </p:sp>
      <p:sp>
        <p:nvSpPr>
          <p:cNvPr id="24" name="Department">
            <a:extLst>
              <a:ext uri="{FF2B5EF4-FFF2-40B4-BE49-F238E27FC236}">
                <a16:creationId xmlns:a16="http://schemas.microsoft.com/office/drawing/2014/main" id="{6F2E698A-909E-4F59-B369-CC2E5FF326ED}"/>
              </a:ext>
            </a:extLst>
          </p:cNvPr>
          <p:cNvSpPr txBox="1"/>
          <p:nvPr/>
        </p:nvSpPr>
        <p:spPr>
          <a:xfrm>
            <a:off x="75018" y="2081567"/>
            <a:ext cx="848583" cy="7209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</a:rPr>
              <a:t>Emergency No 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PermanentAddress">
            <a:extLst>
              <a:ext uri="{FF2B5EF4-FFF2-40B4-BE49-F238E27FC236}">
                <a16:creationId xmlns:a16="http://schemas.microsoft.com/office/drawing/2014/main" id="{67C3A2FE-F9BF-4E53-90CA-8748A39E5D1C}"/>
              </a:ext>
            </a:extLst>
          </p:cNvPr>
          <p:cNvSpPr txBox="1"/>
          <p:nvPr/>
        </p:nvSpPr>
        <p:spPr>
          <a:xfrm>
            <a:off x="485595" y="2184861"/>
            <a:ext cx="1363230" cy="265070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{PresentAddress}</a:t>
            </a:r>
          </a:p>
        </p:txBody>
      </p:sp>
      <p:sp>
        <p:nvSpPr>
          <p:cNvPr id="28" name="Name">
            <a:extLst>
              <a:ext uri="{FF2B5EF4-FFF2-40B4-BE49-F238E27FC236}">
                <a16:creationId xmlns:a16="http://schemas.microsoft.com/office/drawing/2014/main" id="{52CFE58F-A7EA-4BA3-9851-E20D1B246B99}"/>
              </a:ext>
            </a:extLst>
          </p:cNvPr>
          <p:cNvSpPr txBox="1"/>
          <p:nvPr/>
        </p:nvSpPr>
        <p:spPr>
          <a:xfrm>
            <a:off x="723315" y="2043087"/>
            <a:ext cx="1129937" cy="1568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PhoneNumber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610A8B-7CE8-4394-B052-B32EC31B152E}"/>
              </a:ext>
            </a:extLst>
          </p:cNvPr>
          <p:cNvSpPr txBox="1"/>
          <p:nvPr/>
        </p:nvSpPr>
        <p:spPr>
          <a:xfrm>
            <a:off x="510424" y="1891482"/>
            <a:ext cx="13624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{FatherName}</a:t>
            </a:r>
            <a:endParaRPr lang="en-US" sz="800" dirty="0">
              <a:latin typeface="Arial Narrow" panose="020B0606020202030204" pitchFamily="34" charset="0"/>
            </a:endParaRPr>
          </a:p>
        </p:txBody>
      </p:sp>
      <p:sp>
        <p:nvSpPr>
          <p:cNvPr id="30" name="DOJ">
            <a:extLst>
              <a:ext uri="{FF2B5EF4-FFF2-40B4-BE49-F238E27FC236}">
                <a16:creationId xmlns:a16="http://schemas.microsoft.com/office/drawing/2014/main" id="{7579A1B9-655D-4F5D-A4FA-5AE8EC09CB1B}"/>
              </a:ext>
            </a:extLst>
          </p:cNvPr>
          <p:cNvSpPr txBox="1"/>
          <p:nvPr/>
        </p:nvSpPr>
        <p:spPr>
          <a:xfrm>
            <a:off x="606778" y="1570936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{Plant}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06BE-F5A5-4206-99CD-82FB8BEFA565}"/>
              </a:ext>
            </a:extLst>
          </p:cNvPr>
          <p:cNvSpPr txBox="1"/>
          <p:nvPr/>
        </p:nvSpPr>
        <p:spPr>
          <a:xfrm>
            <a:off x="33728" y="2744607"/>
            <a:ext cx="1884503" cy="276999"/>
          </a:xfrm>
          <a:prstGeom prst="rect">
            <a:avLst/>
          </a:prstGeom>
          <a:solidFill>
            <a:srgbClr val="FF9933"/>
          </a:solidFill>
        </p:spPr>
        <p:txBody>
          <a:bodyPr wrap="square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</a:rPr>
              <a:t>Plot No. 15 &amp; 16, Pithampur Sector 5, District Dhar, Madhya Pradesh, Phone:07292404319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EmpQR">
            <a:extLst>
              <a:ext uri="{FF2B5EF4-FFF2-40B4-BE49-F238E27FC236}">
                <a16:creationId xmlns:a16="http://schemas.microsoft.com/office/drawing/2014/main" id="{DC0F8D45-F3F9-48FC-8FBB-C5A99414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96" y="575188"/>
            <a:ext cx="531267" cy="468701"/>
          </a:xfrm>
          <a:prstGeom prst="rect">
            <a:avLst/>
          </a:prstGeom>
        </p:spPr>
      </p:pic>
      <p:pic>
        <p:nvPicPr>
          <p:cNvPr id="32" name="AuthorizedSign">
            <a:extLst>
              <a:ext uri="{FF2B5EF4-FFF2-40B4-BE49-F238E27FC236}">
                <a16:creationId xmlns:a16="http://schemas.microsoft.com/office/drawing/2014/main" id="{12099DF0-B6C7-4212-A593-0E928E14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927" y="2477847"/>
            <a:ext cx="594472" cy="18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</TotalTime>
  <Pages>0</Pages>
  <Words>84</Words>
  <Characters>0</Characters>
  <Application>Microsoft Office PowerPoint</Application>
  <PresentationFormat>Custom</PresentationFormat>
  <Lines>0</Lines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 Siddik</cp:lastModifiedBy>
  <cp:revision>216</cp:revision>
  <dcterms:modified xsi:type="dcterms:W3CDTF">2021-09-29T09:00:03Z</dcterms:modified>
</cp:coreProperties>
</file>