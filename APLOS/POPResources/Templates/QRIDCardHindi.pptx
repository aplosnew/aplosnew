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14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9" y="783151"/>
            <a:ext cx="664916" cy="752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54531" y="1852823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754531" y="2067772"/>
            <a:ext cx="932851" cy="8863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49" name="Department">
            <a:extLst>
              <a:ext uri="{FF2B5EF4-FFF2-40B4-BE49-F238E27FC236}">
                <a16:creationId xmlns:a16="http://schemas.microsoft.com/office/drawing/2014/main" id="{FCDA8BA4-25C1-43A2-8D0F-75181B505AC7}"/>
              </a:ext>
            </a:extLst>
          </p:cNvPr>
          <p:cNvSpPr txBox="1"/>
          <p:nvPr/>
        </p:nvSpPr>
        <p:spPr>
          <a:xfrm>
            <a:off x="746361" y="2282540"/>
            <a:ext cx="1121595" cy="9534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854008" y="2443873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097280" y="2919059"/>
            <a:ext cx="850583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dirty="0">
                <a:latin typeface="Arial Narrow" panose="020B0606020202030204" pitchFamily="34" charset="0"/>
                <a:cs typeface="Arial" panose="020B0604020202020204" pitchFamily="34" charset="0"/>
              </a:rPr>
              <a:t>अधिकृत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hi-IN" sz="800" dirty="0">
                <a:latin typeface="Arial Narrow" panose="020B0606020202030204" pitchFamily="34" charset="0"/>
                <a:cs typeface="Arial" panose="020B0604020202020204" pitchFamily="34" charset="0"/>
              </a:rPr>
              <a:t>हस्ताक्षर</a:t>
            </a:r>
            <a:endParaRPr lang="en-US" sz="8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790072"/>
            <a:ext cx="760579" cy="878122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hi-IN" sz="900" dirty="0">
                <a:cs typeface="Arial" panose="020B0604020202020204" pitchFamily="34" charset="0"/>
              </a:rPr>
              <a:t>नाम</a:t>
            </a:r>
            <a:r>
              <a:rPr lang="en-US" sz="900" dirty="0">
                <a:cs typeface="Arial" panose="020B0604020202020204" pitchFamily="34" charset="0"/>
              </a:rPr>
              <a:t>			:</a:t>
            </a: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hi-IN" sz="900" dirty="0">
                <a:effectLst/>
                <a:ea typeface="Arial" panose="020B0604020202020204" pitchFamily="34" charset="0"/>
              </a:rPr>
              <a:t>कार्ड नंबर</a:t>
            </a:r>
            <a:r>
              <a:rPr lang="en-US" sz="900" dirty="0">
                <a:effectLst/>
                <a:ea typeface="Arial" panose="020B0604020202020204" pitchFamily="34" charset="0"/>
              </a:rPr>
              <a:t>		:</a:t>
            </a:r>
            <a:endParaRPr lang="en-US" sz="9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hi-IN" sz="900" dirty="0">
                <a:effectLst/>
                <a:ea typeface="Arial" panose="020B0604020202020204" pitchFamily="34" charset="0"/>
              </a:rPr>
              <a:t>विभाग</a:t>
            </a:r>
            <a:r>
              <a:rPr lang="en-US" sz="900" dirty="0">
                <a:ea typeface="Arial" panose="020B0604020202020204" pitchFamily="34" charset="0"/>
              </a:rPr>
              <a:t>		:</a:t>
            </a:r>
            <a:endParaRPr lang="en-US" sz="900" dirty="0">
              <a:effectLst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kern="1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नियुक्ति</a:t>
            </a:r>
            <a:r>
              <a:rPr lang="en-IN" sz="900" kern="1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hi-IN" sz="900" kern="1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दिनांक</a:t>
            </a:r>
            <a:r>
              <a:rPr lang="en-US" sz="900" kern="100" dirty="0">
                <a:solidFill>
                  <a:srgbClr val="000000"/>
                </a:solidFill>
                <a:ea typeface="Times New Roman" panose="02020603050405020304" pitchFamily="18" charset="0"/>
              </a:rPr>
              <a:t>:</a:t>
            </a:r>
            <a:endParaRPr lang="en-US" sz="900" dirty="0">
              <a:effectLst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86" y="49135"/>
            <a:ext cx="441183" cy="41287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135505" y="442526"/>
            <a:ext cx="1732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1200" b="1" dirty="0"/>
              <a:t>प्रतिभा सिंटेक्स लिमिटेड</a:t>
            </a:r>
            <a:endParaRPr lang="en-US" sz="12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469" y="2633441"/>
            <a:ext cx="594472" cy="27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C8D5-29BB-4F01-B4AC-1EBC0A312B5F}"/>
              </a:ext>
            </a:extLst>
          </p:cNvPr>
          <p:cNvSpPr/>
          <p:nvPr/>
        </p:nvSpPr>
        <p:spPr>
          <a:xfrm>
            <a:off x="85196" y="33868"/>
            <a:ext cx="1777471" cy="29802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279EC-1DC9-466D-BDCB-63E10F4AEAD5}"/>
              </a:ext>
            </a:extLst>
          </p:cNvPr>
          <p:cNvSpPr txBox="1"/>
          <p:nvPr/>
        </p:nvSpPr>
        <p:spPr>
          <a:xfrm>
            <a:off x="85195" y="2483213"/>
            <a:ext cx="17774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800" b="1" dirty="0"/>
              <a:t>प्रतिभा सिंटेक्स लिमिटेड</a:t>
            </a:r>
            <a:endParaRPr lang="en-US" sz="800" b="1" dirty="0"/>
          </a:p>
          <a:p>
            <a:r>
              <a:rPr lang="hi-IN" sz="600" dirty="0"/>
              <a:t>प्लॉट नंबर:4</a:t>
            </a:r>
            <a:r>
              <a:rPr lang="en-US" sz="600" dirty="0"/>
              <a:t>, </a:t>
            </a:r>
            <a:r>
              <a:rPr lang="hi-IN" sz="600" dirty="0"/>
              <a:t>औद्योगिक विकास केन्द्र</a:t>
            </a:r>
            <a:r>
              <a:rPr lang="en-US" sz="600" dirty="0"/>
              <a:t> </a:t>
            </a:r>
            <a:r>
              <a:rPr lang="hi-IN" sz="600" dirty="0"/>
              <a:t>खेड़ा, पीथमपुर जिला। धार, मध्य प्रदेश पिन 454774</a:t>
            </a:r>
            <a:endParaRPr lang="en-US" sz="600" dirty="0"/>
          </a:p>
          <a:p>
            <a:r>
              <a:rPr lang="hi-IN" sz="600" dirty="0">
                <a:latin typeface="Arial" panose="020B0604020202020204" pitchFamily="34" charset="0"/>
                <a:ea typeface="Arial" panose="020B0604020202020204" pitchFamily="34" charset="0"/>
              </a:rPr>
              <a:t>फ़ोन </a:t>
            </a:r>
            <a:r>
              <a:rPr lang="en-US" sz="600" dirty="0">
                <a:latin typeface="Arial" panose="020B0604020202020204" pitchFamily="34" charset="0"/>
                <a:ea typeface="Arial" panose="020B0604020202020204" pitchFamily="34" charset="0"/>
              </a:rPr>
              <a:t>0</a:t>
            </a: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7292 404362/63</a:t>
            </a:r>
            <a:endParaRPr lang="en-US" sz="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58EA0-335F-4987-9961-49526D32D3E0}"/>
              </a:ext>
            </a:extLst>
          </p:cNvPr>
          <p:cNvSpPr txBox="1"/>
          <p:nvPr/>
        </p:nvSpPr>
        <p:spPr>
          <a:xfrm>
            <a:off x="65602" y="1137356"/>
            <a:ext cx="1005554" cy="114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i-IN" sz="700" dirty="0"/>
              <a:t>पिता/पति का नाम</a:t>
            </a:r>
            <a:r>
              <a:rPr lang="en-US" sz="700" dirty="0"/>
              <a:t>:</a:t>
            </a:r>
          </a:p>
          <a:p>
            <a:pPr>
              <a:lnSpc>
                <a:spcPct val="150000"/>
              </a:lnSpc>
            </a:pPr>
            <a:endParaRPr lang="en-US" sz="400" dirty="0"/>
          </a:p>
          <a:p>
            <a:pPr>
              <a:lnSpc>
                <a:spcPct val="150000"/>
              </a:lnSpc>
            </a:pPr>
            <a:r>
              <a:rPr lang="hi-IN" sz="700" dirty="0"/>
              <a:t>आपातकालीन फोन नंबर</a:t>
            </a:r>
            <a:r>
              <a:rPr lang="en-US" sz="700" dirty="0"/>
              <a:t>		:</a:t>
            </a:r>
            <a:endParaRPr lang="hi-IN" sz="700" dirty="0"/>
          </a:p>
          <a:p>
            <a:pPr>
              <a:lnSpc>
                <a:spcPct val="150000"/>
              </a:lnSpc>
            </a:pPr>
            <a:r>
              <a:rPr lang="hi-IN" sz="700" dirty="0"/>
              <a:t>जन्मदिन</a:t>
            </a:r>
            <a:r>
              <a:rPr lang="en-US" sz="700" dirty="0"/>
              <a:t>	:</a:t>
            </a:r>
            <a:endParaRPr lang="hi-IN" sz="700" dirty="0"/>
          </a:p>
          <a:p>
            <a:pPr>
              <a:lnSpc>
                <a:spcPct val="150000"/>
              </a:lnSpc>
            </a:pPr>
            <a:r>
              <a:rPr lang="hi-IN" sz="700" dirty="0"/>
              <a:t>रक्त समूह</a:t>
            </a:r>
            <a:r>
              <a:rPr lang="en-US" sz="700" dirty="0"/>
              <a:t>	:</a:t>
            </a:r>
            <a:endParaRPr lang="hi-IN" sz="700" dirty="0"/>
          </a:p>
          <a:p>
            <a:pPr>
              <a:lnSpc>
                <a:spcPct val="150000"/>
              </a:lnSpc>
            </a:pPr>
            <a:r>
              <a:rPr lang="hi-IN" sz="700" dirty="0"/>
              <a:t>पता</a:t>
            </a:r>
            <a:r>
              <a:rPr lang="en-US" sz="700" dirty="0"/>
              <a:t>: </a:t>
            </a:r>
            <a:endParaRPr lang="hi-IN" sz="700" dirty="0"/>
          </a:p>
        </p:txBody>
      </p:sp>
      <p:sp>
        <p:nvSpPr>
          <p:cNvPr id="11" name="BloodGroup">
            <a:extLst>
              <a:ext uri="{FF2B5EF4-FFF2-40B4-BE49-F238E27FC236}">
                <a16:creationId xmlns:a16="http://schemas.microsoft.com/office/drawing/2014/main" id="{D4D882E2-EDEE-45D0-8519-E46F41CB214B}"/>
              </a:ext>
            </a:extLst>
          </p:cNvPr>
          <p:cNvSpPr txBox="1"/>
          <p:nvPr/>
        </p:nvSpPr>
        <p:spPr>
          <a:xfrm>
            <a:off x="568819" y="1947530"/>
            <a:ext cx="955106" cy="12834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" b="1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12" name="DOJ">
            <a:extLst>
              <a:ext uri="{FF2B5EF4-FFF2-40B4-BE49-F238E27FC236}">
                <a16:creationId xmlns:a16="http://schemas.microsoft.com/office/drawing/2014/main" id="{19A6A632-0E1E-4A29-88A8-4814D728EAA6}"/>
              </a:ext>
            </a:extLst>
          </p:cNvPr>
          <p:cNvSpPr txBox="1"/>
          <p:nvPr/>
        </p:nvSpPr>
        <p:spPr>
          <a:xfrm>
            <a:off x="580571" y="1786388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" b="1" dirty="0">
                <a:latin typeface="Arial Narrow" panose="020B0606020202030204" pitchFamily="34" charset="0"/>
                <a:cs typeface="Aharoni" panose="02010803020104030203" pitchFamily="2" charset="-79"/>
              </a:rPr>
              <a:t>{DOJ}</a:t>
            </a:r>
          </a:p>
        </p:txBody>
      </p:sp>
      <p:sp>
        <p:nvSpPr>
          <p:cNvPr id="14" name="PermanentAddress">
            <a:extLst>
              <a:ext uri="{FF2B5EF4-FFF2-40B4-BE49-F238E27FC236}">
                <a16:creationId xmlns:a16="http://schemas.microsoft.com/office/drawing/2014/main" id="{1BBB861F-2C7F-4276-9326-2D2263A36EDC}"/>
              </a:ext>
            </a:extLst>
          </p:cNvPr>
          <p:cNvSpPr txBox="1"/>
          <p:nvPr/>
        </p:nvSpPr>
        <p:spPr>
          <a:xfrm>
            <a:off x="388494" y="2101996"/>
            <a:ext cx="1313078" cy="332824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7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7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15F522-053A-4C77-8964-28D6B02E1DF1}"/>
              </a:ext>
            </a:extLst>
          </p:cNvPr>
          <p:cNvSpPr txBox="1"/>
          <p:nvPr/>
        </p:nvSpPr>
        <p:spPr>
          <a:xfrm>
            <a:off x="823376" y="1161482"/>
            <a:ext cx="97318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{</a:t>
            </a:r>
            <a:r>
              <a:rPr lang="en-US" sz="700" dirty="0" err="1"/>
              <a:t>FatherOrSpouse</a:t>
            </a:r>
            <a:r>
              <a:rPr lang="en-US" sz="700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4378E-E334-4BBD-BA37-0DD60AD2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13" y="227331"/>
            <a:ext cx="786452" cy="792549"/>
          </a:xfrm>
          <a:prstGeom prst="rect">
            <a:avLst/>
          </a:prstGeom>
        </p:spPr>
      </p:pic>
      <p:sp>
        <p:nvSpPr>
          <p:cNvPr id="15" name="Name">
            <a:extLst>
              <a:ext uri="{FF2B5EF4-FFF2-40B4-BE49-F238E27FC236}">
                <a16:creationId xmlns:a16="http://schemas.microsoft.com/office/drawing/2014/main" id="{C65870EF-3CEF-4FF5-9295-F71C4976C006}"/>
              </a:ext>
            </a:extLst>
          </p:cNvPr>
          <p:cNvSpPr txBox="1"/>
          <p:nvPr/>
        </p:nvSpPr>
        <p:spPr>
          <a:xfrm>
            <a:off x="562655" y="1592103"/>
            <a:ext cx="845078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EmergencyTelNo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</TotalTime>
  <Pages>0</Pages>
  <Words>95</Words>
  <Characters>0</Characters>
  <Application>Microsoft Office PowerPoint</Application>
  <PresentationFormat>Custom</PresentationFormat>
  <Lines>0</Lines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Administrator</cp:lastModifiedBy>
  <cp:revision>188</cp:revision>
  <dcterms:modified xsi:type="dcterms:W3CDTF">2021-08-25T13:42:06Z</dcterms:modified>
</cp:coreProperties>
</file>