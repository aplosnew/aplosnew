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592967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606778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221428" y="2611110"/>
            <a:ext cx="737772" cy="9569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470" marR="0">
              <a:spcBef>
                <a:spcPts val="0"/>
              </a:spcBef>
              <a:spcAft>
                <a:spcPts val="0"/>
              </a:spcAft>
            </a:pPr>
            <a:r>
              <a:rPr lang="en-US" sz="700" b="1" spc="-5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Issuing</a:t>
            </a:r>
            <a:r>
              <a:rPr lang="en-US" sz="700" b="1" spc="10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 </a:t>
            </a:r>
            <a:r>
              <a:rPr lang="en-US" sz="700" b="1" spc="-5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Authority</a:t>
            </a:r>
            <a:endParaRPr lang="en-US" sz="7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949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Name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	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Plant		:</a:t>
            </a:r>
            <a:endParaRPr lang="en-US" sz="800" b="1" dirty="0"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IN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DOJ		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DOB	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latin typeface="Arial Narrow" panose="020B0606020202030204" pitchFamily="34" charset="0"/>
              </a:rPr>
              <a:t>Father	</a:t>
            </a:r>
            <a:r>
              <a:rPr lang="en-US" sz="800" b="1" dirty="0">
                <a:latin typeface="Arial Narrow" panose="020B0606020202030204" pitchFamily="34" charset="0"/>
              </a:rPr>
              <a:t>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US" sz="800" b="1" dirty="0">
                <a:latin typeface="Arial Narrow" panose="020B0606020202030204" pitchFamily="34" charset="0"/>
              </a:rPr>
              <a:t>Address 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" y="111036"/>
            <a:ext cx="354670" cy="3946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485595" y="297379"/>
            <a:ext cx="1445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Pratibha Syntex Ltd.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latin typeface="Arial Narrow" panose="020B0606020202030204" pitchFamily="34" charset="0"/>
            </a:endParaRPr>
          </a:p>
        </p:txBody>
      </p:sp>
      <p:sp>
        <p:nvSpPr>
          <p:cNvPr id="17" name="ID">
            <a:extLst>
              <a:ext uri="{FF2B5EF4-FFF2-40B4-BE49-F238E27FC236}">
                <a16:creationId xmlns:a16="http://schemas.microsoft.com/office/drawing/2014/main" id="{A78EBDF8-1EBE-481C-88A9-8FB1E1F41C79}"/>
              </a:ext>
            </a:extLst>
          </p:cNvPr>
          <p:cNvSpPr txBox="1"/>
          <p:nvPr/>
        </p:nvSpPr>
        <p:spPr>
          <a:xfrm>
            <a:off x="729790" y="1129531"/>
            <a:ext cx="55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</a:rPr>
              <a:t>Emp Code 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ID">
            <a:extLst>
              <a:ext uri="{FF2B5EF4-FFF2-40B4-BE49-F238E27FC236}">
                <a16:creationId xmlns:a16="http://schemas.microsoft.com/office/drawing/2014/main" id="{B9E2181F-5D30-40E5-81CE-4DC7D47D1745}"/>
              </a:ext>
            </a:extLst>
          </p:cNvPr>
          <p:cNvSpPr txBox="1"/>
          <p:nvPr/>
        </p:nvSpPr>
        <p:spPr>
          <a:xfrm>
            <a:off x="659140" y="1215253"/>
            <a:ext cx="697457" cy="15244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Blood Group: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" name="BloodGroup">
            <a:extLst>
              <a:ext uri="{FF2B5EF4-FFF2-40B4-BE49-F238E27FC236}">
                <a16:creationId xmlns:a16="http://schemas.microsoft.com/office/drawing/2014/main" id="{61EB8762-CC20-4BE5-B3F7-2E8AAF846E44}"/>
              </a:ext>
            </a:extLst>
          </p:cNvPr>
          <p:cNvSpPr txBox="1"/>
          <p:nvPr/>
        </p:nvSpPr>
        <p:spPr>
          <a:xfrm>
            <a:off x="1269399" y="1242089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D1342B58-F378-400D-A011-E27FC2444B17}"/>
              </a:ext>
            </a:extLst>
          </p:cNvPr>
          <p:cNvSpPr txBox="1"/>
          <p:nvPr/>
        </p:nvSpPr>
        <p:spPr>
          <a:xfrm>
            <a:off x="609053" y="1822862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24" name="Department">
            <a:extLst>
              <a:ext uri="{FF2B5EF4-FFF2-40B4-BE49-F238E27FC236}">
                <a16:creationId xmlns:a16="http://schemas.microsoft.com/office/drawing/2014/main" id="{6F2E698A-909E-4F59-B369-CC2E5FF326ED}"/>
              </a:ext>
            </a:extLst>
          </p:cNvPr>
          <p:cNvSpPr txBox="1"/>
          <p:nvPr/>
        </p:nvSpPr>
        <p:spPr>
          <a:xfrm>
            <a:off x="75018" y="2088098"/>
            <a:ext cx="848583" cy="7209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</a:rPr>
              <a:t>Emergency No 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PermanentAddress">
            <a:extLst>
              <a:ext uri="{FF2B5EF4-FFF2-40B4-BE49-F238E27FC236}">
                <a16:creationId xmlns:a16="http://schemas.microsoft.com/office/drawing/2014/main" id="{67C3A2FE-F9BF-4E53-90CA-8748A39E5D1C}"/>
              </a:ext>
            </a:extLst>
          </p:cNvPr>
          <p:cNvSpPr txBox="1"/>
          <p:nvPr/>
        </p:nvSpPr>
        <p:spPr>
          <a:xfrm>
            <a:off x="485595" y="2184860"/>
            <a:ext cx="871002" cy="451507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{PresentAddress}</a:t>
            </a:r>
          </a:p>
        </p:txBody>
      </p:sp>
      <p:sp>
        <p:nvSpPr>
          <p:cNvPr id="28" name="Name">
            <a:extLst>
              <a:ext uri="{FF2B5EF4-FFF2-40B4-BE49-F238E27FC236}">
                <a16:creationId xmlns:a16="http://schemas.microsoft.com/office/drawing/2014/main" id="{52CFE58F-A7EA-4BA3-9851-E20D1B246B99}"/>
              </a:ext>
            </a:extLst>
          </p:cNvPr>
          <p:cNvSpPr txBox="1"/>
          <p:nvPr/>
        </p:nvSpPr>
        <p:spPr>
          <a:xfrm>
            <a:off x="742908" y="2043087"/>
            <a:ext cx="1175323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PhoneNumber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10A8B-7CE8-4394-B052-B32EC31B152E}"/>
              </a:ext>
            </a:extLst>
          </p:cNvPr>
          <p:cNvSpPr txBox="1"/>
          <p:nvPr/>
        </p:nvSpPr>
        <p:spPr>
          <a:xfrm>
            <a:off x="510424" y="1898013"/>
            <a:ext cx="14078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{FatherName}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0" name="DOJ">
            <a:extLst>
              <a:ext uri="{FF2B5EF4-FFF2-40B4-BE49-F238E27FC236}">
                <a16:creationId xmlns:a16="http://schemas.microsoft.com/office/drawing/2014/main" id="{7579A1B9-655D-4F5D-A4FA-5AE8EC09CB1B}"/>
              </a:ext>
            </a:extLst>
          </p:cNvPr>
          <p:cNvSpPr txBox="1"/>
          <p:nvPr/>
        </p:nvSpPr>
        <p:spPr>
          <a:xfrm>
            <a:off x="606778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06BE-F5A5-4206-99CD-82FB8BEFA565}"/>
              </a:ext>
            </a:extLst>
          </p:cNvPr>
          <p:cNvSpPr txBox="1"/>
          <p:nvPr/>
        </p:nvSpPr>
        <p:spPr>
          <a:xfrm>
            <a:off x="33728" y="2744607"/>
            <a:ext cx="1884503" cy="276999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</a:rPr>
              <a:t>Plot:4, Industrial Growth Centre, Kheda, Pithampur, Dhar, Madhya Pradesh, 7292404319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EmpQR">
            <a:extLst>
              <a:ext uri="{FF2B5EF4-FFF2-40B4-BE49-F238E27FC236}">
                <a16:creationId xmlns:a16="http://schemas.microsoft.com/office/drawing/2014/main" id="{DC0F8D45-F3F9-48FC-8FBB-C5A99414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32" name="AuthorizedSign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597" y="2425984"/>
            <a:ext cx="519538" cy="16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Pages>0</Pages>
  <Words>82</Words>
  <Characters>0</Characters>
  <Application>Microsoft Office PowerPoint</Application>
  <PresentationFormat>Custom</PresentationFormat>
  <Lines>0</Lines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214</cp:revision>
  <dcterms:modified xsi:type="dcterms:W3CDTF">2021-09-29T08:59:36Z</dcterms:modified>
</cp:coreProperties>
</file>