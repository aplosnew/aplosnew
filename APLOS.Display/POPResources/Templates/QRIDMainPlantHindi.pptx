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1947863" cy="3090863"/>
  <p:notesSz cx="7010400" cy="9296400"/>
  <p:defaultTextStyle>
    <a:defPPr defTabSz="173043">
      <a:defRPr lang="en-US" dirty="0"/>
    </a:defPPr>
    <a:lvl1pPr marL="0" algn="l" defTabSz="173043" rtl="0">
      <a:defRPr sz="340" kern="1200" dirty="0">
        <a:solidFill>
          <a:schemeClr val="tx1"/>
        </a:solidFill>
        <a:latin typeface="+mn-lt"/>
        <a:ea typeface="+mn-ea"/>
      </a:defRPr>
    </a:lvl1pPr>
    <a:lvl2pPr marL="86523" algn="l" defTabSz="173043" rtl="0">
      <a:defRPr sz="340" kern="1200" dirty="0">
        <a:solidFill>
          <a:schemeClr val="tx1"/>
        </a:solidFill>
        <a:latin typeface="+mn-lt"/>
        <a:ea typeface="+mn-ea"/>
      </a:defRPr>
    </a:lvl2pPr>
    <a:lvl3pPr marL="173043" algn="l" defTabSz="173043" rtl="0">
      <a:defRPr sz="340" kern="1200" dirty="0">
        <a:solidFill>
          <a:schemeClr val="tx1"/>
        </a:solidFill>
        <a:latin typeface="+mn-lt"/>
        <a:ea typeface="+mn-ea"/>
      </a:defRPr>
    </a:lvl3pPr>
    <a:lvl4pPr marL="259566" algn="l" defTabSz="173043" rtl="0">
      <a:defRPr sz="340" kern="1200" dirty="0">
        <a:solidFill>
          <a:schemeClr val="tx1"/>
        </a:solidFill>
        <a:latin typeface="+mn-lt"/>
        <a:ea typeface="+mn-ea"/>
      </a:defRPr>
    </a:lvl4pPr>
    <a:lvl5pPr marL="346086" algn="l" defTabSz="173043" rtl="0">
      <a:defRPr sz="340" kern="1200" dirty="0">
        <a:solidFill>
          <a:schemeClr val="tx1"/>
        </a:solidFill>
        <a:latin typeface="+mn-lt"/>
        <a:ea typeface="+mn-ea"/>
      </a:defRPr>
    </a:lvl5pPr>
    <a:lvl6pPr marL="432609" algn="l" defTabSz="173043" rtl="0">
      <a:defRPr sz="340" kern="1200" dirty="0">
        <a:solidFill>
          <a:schemeClr val="tx1"/>
        </a:solidFill>
        <a:latin typeface="+mn-lt"/>
        <a:ea typeface="+mn-ea"/>
      </a:defRPr>
    </a:lvl6pPr>
    <a:lvl7pPr marL="519130" algn="l" defTabSz="173043" rtl="0">
      <a:defRPr sz="340" kern="1200" dirty="0">
        <a:solidFill>
          <a:schemeClr val="tx1"/>
        </a:solidFill>
        <a:latin typeface="+mn-lt"/>
        <a:ea typeface="+mn-ea"/>
      </a:defRPr>
    </a:lvl7pPr>
    <a:lvl8pPr marL="605652" algn="l" defTabSz="173043" rtl="0">
      <a:defRPr sz="340" kern="1200" dirty="0">
        <a:solidFill>
          <a:schemeClr val="tx1"/>
        </a:solidFill>
        <a:latin typeface="+mn-lt"/>
        <a:ea typeface="+mn-ea"/>
      </a:defRPr>
    </a:lvl8pPr>
    <a:lvl9pPr marL="692174" algn="l" defTabSz="173043" rtl="0">
      <a:defRPr sz="340" kern="1200" dirty="0">
        <a:solidFill>
          <a:schemeClr val="tx1"/>
        </a:solidFill>
        <a:latin typeface="+mn-lt"/>
        <a:ea typeface="+mn-ea"/>
      </a:defRPr>
    </a:lvl9pPr>
  </p:defaultTextStyle>
  <p:extLst>
    <p:ext uri="{EFAFB233-063F-42B5-8137-9DF3F51BA10A}">
      <p15:sldGuideLst xmlns:p15="http://schemas.microsoft.com/office/powerpoint/2012/main">
        <p15:guide id="1" orient="horz" pos="974">
          <p15:clr>
            <a:srgbClr val="A4A3A4"/>
          </p15:clr>
        </p15:guide>
        <p15:guide id="2" pos="61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53"/>
    <p:restoredTop sz="94660"/>
  </p:normalViewPr>
  <p:slideViewPr>
    <p:cSldViewPr snapToGrid="0">
      <p:cViewPr varScale="1">
        <p:scale>
          <a:sx n="142" d="100"/>
          <a:sy n="142" d="100"/>
        </p:scale>
        <p:origin x="1386" y="108"/>
      </p:cViewPr>
      <p:guideLst>
        <p:guide orient="horz" pos="974"/>
        <p:guide pos="61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white">
          <a:xfrm>
            <a:off x="0" y="1"/>
            <a:ext cx="3037840" cy="466972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3170" tIns="46586" rIns="93170" bIns="46586"/>
          <a:lstStyle>
            <a:lvl1pPr algn="l">
              <a:defRPr sz="1200" dirty="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 bwMode="white">
          <a:xfrm>
            <a:off x="3971344" y="1"/>
            <a:ext cx="3037840" cy="466972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3170" tIns="46586" rIns="93170" bIns="46586"/>
          <a:lstStyle>
            <a:lvl1pPr algn="r">
              <a:defRPr sz="1200" dirty="0"/>
            </a:lvl1pPr>
          </a:lstStyle>
          <a:p>
            <a:fld id="{7B7E7892-5A32-4575-94C1-DE4A6525AA41}" type="datetimeFigureOut">
              <a:rPr lang="en-US" dirty="0"/>
              <a:t>9/30/2021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 bwMode="white">
          <a:xfrm>
            <a:off x="0" y="8829430"/>
            <a:ext cx="3037840" cy="466971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3170" tIns="46586" rIns="93170" bIns="46586" anchor="b"/>
          <a:lstStyle>
            <a:lvl1pPr algn="l">
              <a:defRPr sz="1200" dirty="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 bwMode="white">
          <a:xfrm>
            <a:off x="3971344" y="8829430"/>
            <a:ext cx="3037840" cy="466971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3170" tIns="46586" rIns="93170" bIns="46586" anchor="b"/>
          <a:lstStyle>
            <a:lvl1pPr algn="r">
              <a:defRPr sz="1200" dirty="0"/>
            </a:lvl1pPr>
          </a:lstStyle>
          <a:p>
            <a:fld id="{3573C7D9-E7FD-4F95-84AD-61199CE1380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white">
          <a:xfrm>
            <a:off x="0" y="1"/>
            <a:ext cx="3037840" cy="466972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3170" tIns="46586" rIns="93170" bIns="46586"/>
          <a:lstStyle>
            <a:lvl1pPr algn="l">
              <a:defRPr sz="1200" dirty="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white">
          <a:xfrm>
            <a:off x="3971344" y="1"/>
            <a:ext cx="3037840" cy="466972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3170" tIns="46586" rIns="93170" bIns="46586"/>
          <a:lstStyle>
            <a:lvl1pPr algn="r">
              <a:defRPr sz="1200" dirty="0"/>
            </a:lvl1pPr>
          </a:lstStyle>
          <a:p>
            <a:fld id="{2CB70909-C19F-4098-BABE-826759D4F724}" type="datetimeFigureOut">
              <a:rPr lang="en-US" dirty="0"/>
              <a:t>9/30/2021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 bwMode="white">
          <a:xfrm>
            <a:off x="2516188" y="1162050"/>
            <a:ext cx="1978025" cy="3138488"/>
          </a:xfrm>
          <a:prstGeom prst="rect">
            <a:avLst/>
          </a:prstGeom>
          <a:noFill/>
          <a:ln w="12700">
            <a:solidFill>
              <a:srgbClr val="000000"/>
            </a:solidFill>
            <a:headEnd type="none"/>
            <a:tailEnd type="none"/>
          </a:ln>
        </p:spPr>
        <p:txBody>
          <a:bodyPr wrap="square" lIns="93170" tIns="46586" rIns="93170" bIns="46586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white">
          <a:xfrm>
            <a:off x="701040" y="4473895"/>
            <a:ext cx="5608320" cy="3660457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3170" tIns="46586" rIns="93170" bIns="46586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white">
          <a:xfrm>
            <a:off x="0" y="8829430"/>
            <a:ext cx="3037840" cy="466971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3170" tIns="46586" rIns="93170" bIns="46586" anchor="b"/>
          <a:lstStyle>
            <a:lvl1pPr algn="l">
              <a:defRPr sz="1200" dirty="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white">
          <a:xfrm>
            <a:off x="3971344" y="8829430"/>
            <a:ext cx="3037840" cy="466971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3170" tIns="46586" rIns="93170" bIns="46586" anchor="b"/>
          <a:lstStyle>
            <a:lvl1pPr algn="r">
              <a:defRPr sz="1200" dirty="0"/>
            </a:lvl1pPr>
          </a:lstStyle>
          <a:p>
            <a:fld id="{CD6BBD11-A0DA-469A-B44A-B3198FFC6F45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73043" rtl="0">
      <a:defRPr sz="228" kern="1200" dirty="0">
        <a:solidFill>
          <a:schemeClr val="dk1"/>
        </a:solidFill>
        <a:latin typeface="+mn-lt"/>
        <a:ea typeface="+mn-ea"/>
      </a:defRPr>
    </a:lvl1pPr>
    <a:lvl2pPr marL="86523" algn="l" defTabSz="173043" rtl="0">
      <a:defRPr sz="228" kern="1200" dirty="0">
        <a:solidFill>
          <a:schemeClr val="dk1"/>
        </a:solidFill>
        <a:latin typeface="+mn-lt"/>
        <a:ea typeface="+mn-ea"/>
      </a:defRPr>
    </a:lvl2pPr>
    <a:lvl3pPr marL="173043" algn="l" defTabSz="173043" rtl="0">
      <a:defRPr sz="228" kern="1200" dirty="0">
        <a:solidFill>
          <a:schemeClr val="dk1"/>
        </a:solidFill>
        <a:latin typeface="+mn-lt"/>
        <a:ea typeface="+mn-ea"/>
      </a:defRPr>
    </a:lvl3pPr>
    <a:lvl4pPr marL="259566" algn="l" defTabSz="173043" rtl="0">
      <a:defRPr sz="228" kern="1200" dirty="0">
        <a:solidFill>
          <a:schemeClr val="dk1"/>
        </a:solidFill>
        <a:latin typeface="+mn-lt"/>
        <a:ea typeface="+mn-ea"/>
      </a:defRPr>
    </a:lvl4pPr>
    <a:lvl5pPr marL="346086" algn="l" defTabSz="173043" rtl="0">
      <a:defRPr sz="228" kern="1200" dirty="0">
        <a:solidFill>
          <a:schemeClr val="dk1"/>
        </a:solidFill>
        <a:latin typeface="+mn-lt"/>
        <a:ea typeface="+mn-ea"/>
      </a:defRPr>
    </a:lvl5pPr>
    <a:lvl6pPr marL="432609" algn="l" defTabSz="173043" rtl="0">
      <a:defRPr sz="228" kern="1200" dirty="0">
        <a:solidFill>
          <a:schemeClr val="dk1"/>
        </a:solidFill>
        <a:latin typeface="+mn-lt"/>
        <a:ea typeface="+mn-ea"/>
      </a:defRPr>
    </a:lvl6pPr>
    <a:lvl7pPr marL="519130" algn="l" defTabSz="173043" rtl="0">
      <a:defRPr sz="228" kern="1200" dirty="0">
        <a:solidFill>
          <a:schemeClr val="dk1"/>
        </a:solidFill>
        <a:latin typeface="+mn-lt"/>
        <a:ea typeface="+mn-ea"/>
      </a:defRPr>
    </a:lvl7pPr>
    <a:lvl8pPr marL="605652" algn="l" defTabSz="173043" rtl="0">
      <a:defRPr sz="228" kern="1200" dirty="0">
        <a:solidFill>
          <a:schemeClr val="dk1"/>
        </a:solidFill>
        <a:latin typeface="+mn-lt"/>
        <a:ea typeface="+mn-ea"/>
      </a:defRPr>
    </a:lvl8pPr>
    <a:lvl9pPr marL="692174" algn="l" defTabSz="173043" rtl="0">
      <a:defRPr sz="228" kern="1200" dirty="0">
        <a:solidFill>
          <a:schemeClr val="dk1"/>
        </a:solidFill>
        <a:latin typeface="+mn-lt"/>
        <a:ea typeface="+mn-ea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243485" y="505848"/>
            <a:ext cx="1460897" cy="1076078"/>
          </a:xfrm>
          <a:ln>
            <a:headEnd type="none"/>
            <a:tailEnd type="none"/>
          </a:ln>
        </p:spPr>
        <p:txBody>
          <a:bodyPr wrap="square" anchor="b"/>
          <a:lstStyle>
            <a:lvl1pPr algn="ctr">
              <a:defRPr sz="451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243485" y="1623421"/>
            <a:ext cx="1460897" cy="746243"/>
          </a:xfrm>
          <a:ln>
            <a:headEnd type="none"/>
            <a:tailEnd type="none"/>
          </a:ln>
        </p:spPr>
        <p:txBody>
          <a:bodyPr wrap="square"/>
          <a:lstStyle>
            <a:lvl1pPr marL="0" indent="0" algn="ctr">
              <a:buNone/>
              <a:defRPr sz="179" dirty="0"/>
            </a:lvl1pPr>
            <a:lvl2pPr marL="34273" indent="0" algn="ctr">
              <a:buNone/>
              <a:defRPr sz="163" dirty="0"/>
            </a:lvl2pPr>
            <a:lvl3pPr marL="68543" indent="0" algn="ctr">
              <a:buNone/>
              <a:defRPr sz="163" dirty="0"/>
            </a:lvl3pPr>
            <a:lvl4pPr marL="102814" indent="0" algn="ctr">
              <a:buNone/>
              <a:defRPr sz="163" dirty="0"/>
            </a:lvl4pPr>
            <a:lvl5pPr marL="137088" indent="0" algn="ctr">
              <a:buNone/>
              <a:defRPr sz="163" dirty="0"/>
            </a:lvl5pPr>
            <a:lvl6pPr marL="171359" indent="0" algn="ctr">
              <a:buNone/>
              <a:defRPr sz="163" dirty="0"/>
            </a:lvl6pPr>
            <a:lvl7pPr marL="205631" indent="0" algn="ctr">
              <a:buNone/>
              <a:defRPr sz="163" dirty="0"/>
            </a:lvl7pPr>
            <a:lvl8pPr marL="239904" indent="0" algn="ctr">
              <a:buNone/>
              <a:defRPr sz="163" dirty="0"/>
            </a:lvl8pPr>
            <a:lvl9pPr marL="274176" indent="0" algn="ctr">
              <a:buNone/>
              <a:defRPr sz="163" dirty="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6595CB52-7A80-4EDE-BD89-15F3D80D2847}" type="datetime1">
              <a:rPr lang="en-US" dirty="0"/>
              <a:t>9/30/2021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798256AB-61F5-4AE9-B2A9-B219460FA3D9}" type="datetime1">
              <a:rPr lang="en-US" dirty="0"/>
              <a:t>9/30/2021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32903" y="770571"/>
            <a:ext cx="1680031" cy="1285713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451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132903" y="2068450"/>
            <a:ext cx="1680031" cy="676127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79" dirty="0">
                <a:solidFill>
                  <a:schemeClr val="tx1">
                    <a:tint val="75000"/>
                  </a:schemeClr>
                </a:solidFill>
              </a:defRPr>
            </a:lvl1pPr>
            <a:lvl2pPr marL="34273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2pPr>
            <a:lvl3pPr marL="68543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3pPr>
            <a:lvl4pPr marL="102814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4pPr>
            <a:lvl5pPr marL="137088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5pPr>
            <a:lvl6pPr marL="171359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6pPr>
            <a:lvl7pPr marL="205631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7pPr>
            <a:lvl8pPr marL="239904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8pPr>
            <a:lvl9pPr marL="274176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9232F403-2438-4303-9714-E49C6D0B1E28}" type="datetime1">
              <a:rPr lang="en-US" dirty="0"/>
              <a:t>9/30/2021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white">
          <a:xfrm>
            <a:off x="133918" y="822801"/>
            <a:ext cx="827841" cy="1961124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white">
          <a:xfrm>
            <a:off x="986108" y="822801"/>
            <a:ext cx="827841" cy="1961124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5F4B6725-C72E-4A01-97E1-5898CAC1CF6F}" type="datetime1">
              <a:rPr lang="en-US" dirty="0"/>
              <a:t>9/30/2021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34171" y="164565"/>
            <a:ext cx="1680031" cy="597424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134169" y="757693"/>
            <a:ext cx="824037" cy="371333"/>
          </a:xfrm>
          <a:ln>
            <a:headEnd type="none"/>
            <a:tailEnd type="none"/>
          </a:ln>
        </p:spPr>
        <p:txBody>
          <a:bodyPr wrap="square" anchor="b"/>
          <a:lstStyle>
            <a:lvl1pPr marL="0" indent="0">
              <a:buNone/>
              <a:defRPr sz="179" b="1" dirty="0"/>
            </a:lvl1pPr>
            <a:lvl2pPr marL="34273" indent="0">
              <a:buNone/>
              <a:defRPr sz="163" b="1" dirty="0"/>
            </a:lvl2pPr>
            <a:lvl3pPr marL="68543" indent="0">
              <a:buNone/>
              <a:defRPr sz="163" b="1" dirty="0"/>
            </a:lvl3pPr>
            <a:lvl4pPr marL="102814" indent="0">
              <a:buNone/>
              <a:defRPr sz="163" b="1" dirty="0"/>
            </a:lvl4pPr>
            <a:lvl5pPr marL="137088" indent="0">
              <a:buNone/>
              <a:defRPr sz="163" b="1" dirty="0"/>
            </a:lvl5pPr>
            <a:lvl6pPr marL="171359" indent="0">
              <a:buNone/>
              <a:defRPr sz="163" b="1" dirty="0"/>
            </a:lvl6pPr>
            <a:lvl7pPr marL="205631" indent="0">
              <a:buNone/>
              <a:defRPr sz="163" b="1" dirty="0"/>
            </a:lvl7pPr>
            <a:lvl8pPr marL="239904" indent="0">
              <a:buNone/>
              <a:defRPr sz="163" b="1" dirty="0"/>
            </a:lvl8pPr>
            <a:lvl9pPr marL="274176" indent="0">
              <a:buNone/>
              <a:defRPr sz="163" b="1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white">
          <a:xfrm>
            <a:off x="134169" y="1129025"/>
            <a:ext cx="824037" cy="1660624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white">
          <a:xfrm>
            <a:off x="986107" y="757693"/>
            <a:ext cx="828095" cy="371333"/>
          </a:xfrm>
          <a:ln>
            <a:headEnd type="none"/>
            <a:tailEnd type="none"/>
          </a:ln>
        </p:spPr>
        <p:txBody>
          <a:bodyPr wrap="square" anchor="b"/>
          <a:lstStyle>
            <a:lvl1pPr marL="0" indent="0">
              <a:buNone/>
              <a:defRPr sz="179" b="1" dirty="0"/>
            </a:lvl1pPr>
            <a:lvl2pPr marL="34273" indent="0">
              <a:buNone/>
              <a:defRPr sz="163" b="1" dirty="0"/>
            </a:lvl2pPr>
            <a:lvl3pPr marL="68543" indent="0">
              <a:buNone/>
              <a:defRPr sz="163" b="1" dirty="0"/>
            </a:lvl3pPr>
            <a:lvl4pPr marL="102814" indent="0">
              <a:buNone/>
              <a:defRPr sz="163" b="1" dirty="0"/>
            </a:lvl4pPr>
            <a:lvl5pPr marL="137088" indent="0">
              <a:buNone/>
              <a:defRPr sz="163" b="1" dirty="0"/>
            </a:lvl5pPr>
            <a:lvl6pPr marL="171359" indent="0">
              <a:buNone/>
              <a:defRPr sz="163" b="1" dirty="0"/>
            </a:lvl6pPr>
            <a:lvl7pPr marL="205631" indent="0">
              <a:buNone/>
              <a:defRPr sz="163" b="1" dirty="0"/>
            </a:lvl7pPr>
            <a:lvl8pPr marL="239904" indent="0">
              <a:buNone/>
              <a:defRPr sz="163" b="1" dirty="0"/>
            </a:lvl8pPr>
            <a:lvl9pPr marL="274176" indent="0">
              <a:buNone/>
              <a:defRPr sz="163" b="1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white">
          <a:xfrm>
            <a:off x="986107" y="1129025"/>
            <a:ext cx="828095" cy="1660624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2C272315-A371-4329-8393-D21113A0CC5B}" type="datetime1">
              <a:rPr lang="en-US" dirty="0"/>
              <a:t>9/30/2021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3501887-07F5-4895-9E1A-2035534BDEE9}" type="datetime1">
              <a:rPr lang="en-US" dirty="0"/>
              <a:t>9/30/2021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F2A78092-FC37-4448-AF31-357D713EC2CE}" type="datetime1">
              <a:rPr lang="en-US" dirty="0"/>
              <a:t>9/30/2021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34169" y="206062"/>
            <a:ext cx="628237" cy="721201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239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white">
          <a:xfrm>
            <a:off x="828098" y="445031"/>
            <a:ext cx="986105" cy="2196517"/>
          </a:xfrm>
          <a:ln>
            <a:headEnd type="none"/>
            <a:tailEnd type="none"/>
          </a:ln>
        </p:spPr>
        <p:txBody>
          <a:bodyPr wrap="square"/>
          <a:lstStyle>
            <a:lvl1pPr>
              <a:defRPr sz="239" dirty="0"/>
            </a:lvl1pPr>
            <a:lvl2pPr>
              <a:defRPr sz="210" dirty="0"/>
            </a:lvl2pPr>
            <a:lvl3pPr>
              <a:defRPr sz="179" dirty="0"/>
            </a:lvl3pPr>
            <a:lvl4pPr>
              <a:defRPr sz="163" dirty="0"/>
            </a:lvl4pPr>
            <a:lvl5pPr>
              <a:defRPr sz="163" dirty="0"/>
            </a:lvl5pPr>
            <a:lvl6pPr>
              <a:defRPr sz="163" dirty="0"/>
            </a:lvl6pPr>
            <a:lvl7pPr>
              <a:defRPr sz="163" dirty="0"/>
            </a:lvl7pPr>
            <a:lvl8pPr>
              <a:defRPr sz="163" dirty="0"/>
            </a:lvl8pPr>
            <a:lvl9pPr>
              <a:defRPr sz="163" dirty="0"/>
            </a:lvl9pPr>
          </a:lstStyle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134169" y="927263"/>
            <a:ext cx="628237" cy="1717863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3" dirty="0"/>
            </a:lvl1pPr>
            <a:lvl2pPr marL="34273" indent="0">
              <a:buNone/>
              <a:defRPr sz="163" dirty="0"/>
            </a:lvl2pPr>
            <a:lvl3pPr marL="68543" indent="0">
              <a:buNone/>
              <a:defRPr sz="163" dirty="0"/>
            </a:lvl3pPr>
            <a:lvl4pPr marL="102814" indent="0">
              <a:buNone/>
              <a:defRPr sz="163" dirty="0"/>
            </a:lvl4pPr>
            <a:lvl5pPr marL="137088" indent="0">
              <a:buNone/>
              <a:defRPr sz="163" dirty="0"/>
            </a:lvl5pPr>
            <a:lvl6pPr marL="171359" indent="0">
              <a:buNone/>
              <a:defRPr sz="163" dirty="0"/>
            </a:lvl6pPr>
            <a:lvl7pPr marL="205631" indent="0">
              <a:buNone/>
              <a:defRPr sz="163" dirty="0"/>
            </a:lvl7pPr>
            <a:lvl8pPr marL="239904" indent="0">
              <a:buNone/>
              <a:defRPr sz="163" dirty="0"/>
            </a:lvl8pPr>
            <a:lvl9pPr marL="274176" indent="0">
              <a:buNone/>
              <a:defRPr sz="163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68303B59-8064-4F92-9589-6397FBC99231}" type="datetime1">
              <a:rPr lang="en-US" dirty="0"/>
              <a:t>9/30/2021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34169" y="206062"/>
            <a:ext cx="628237" cy="721201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239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white">
          <a:xfrm>
            <a:off x="828098" y="445031"/>
            <a:ext cx="986105" cy="2196517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239" dirty="0"/>
            </a:lvl1pPr>
            <a:lvl2pPr marL="34273" indent="0">
              <a:buNone/>
              <a:defRPr sz="210" dirty="0"/>
            </a:lvl2pPr>
            <a:lvl3pPr marL="68543" indent="0">
              <a:buNone/>
              <a:defRPr sz="179" dirty="0"/>
            </a:lvl3pPr>
            <a:lvl4pPr marL="102814" indent="0">
              <a:buNone/>
              <a:defRPr sz="163" dirty="0"/>
            </a:lvl4pPr>
            <a:lvl5pPr marL="137088" indent="0">
              <a:buNone/>
              <a:defRPr sz="163" dirty="0"/>
            </a:lvl5pPr>
            <a:lvl6pPr marL="171359" indent="0">
              <a:buNone/>
              <a:defRPr sz="163" dirty="0"/>
            </a:lvl6pPr>
            <a:lvl7pPr marL="205631" indent="0">
              <a:buNone/>
              <a:defRPr sz="163" dirty="0"/>
            </a:lvl7pPr>
            <a:lvl8pPr marL="239904" indent="0">
              <a:buNone/>
              <a:defRPr sz="163" dirty="0"/>
            </a:lvl8pPr>
            <a:lvl9pPr marL="274176" indent="0">
              <a:buNone/>
              <a:defRPr sz="163" dirty="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134169" y="927263"/>
            <a:ext cx="628237" cy="1717863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3" dirty="0"/>
            </a:lvl1pPr>
            <a:lvl2pPr marL="34273" indent="0">
              <a:buNone/>
              <a:defRPr sz="163" dirty="0"/>
            </a:lvl2pPr>
            <a:lvl3pPr marL="68543" indent="0">
              <a:buNone/>
              <a:defRPr sz="163" dirty="0"/>
            </a:lvl3pPr>
            <a:lvl4pPr marL="102814" indent="0">
              <a:buNone/>
              <a:defRPr sz="163" dirty="0"/>
            </a:lvl4pPr>
            <a:lvl5pPr marL="137088" indent="0">
              <a:buNone/>
              <a:defRPr sz="163" dirty="0"/>
            </a:lvl5pPr>
            <a:lvl6pPr marL="171359" indent="0">
              <a:buNone/>
              <a:defRPr sz="163" dirty="0"/>
            </a:lvl6pPr>
            <a:lvl7pPr marL="205631" indent="0">
              <a:buNone/>
              <a:defRPr sz="163" dirty="0"/>
            </a:lvl7pPr>
            <a:lvl8pPr marL="239904" indent="0">
              <a:buNone/>
              <a:defRPr sz="163" dirty="0"/>
            </a:lvl8pPr>
            <a:lvl9pPr marL="274176" indent="0">
              <a:buNone/>
              <a:defRPr sz="163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918ADC9D-7416-45ED-BDA5-6017A57A36C0}" type="datetime1">
              <a:rPr lang="en-US" dirty="0"/>
              <a:t>9/30/2021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white"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FCBAD589-A814-48D4-A41D-AEEBA8B062ED}" type="datetime1">
              <a:rPr lang="en-US" dirty="0"/>
              <a:t>9/30/2021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white">
          <a:xfrm>
            <a:off x="1393941" y="164563"/>
            <a:ext cx="420008" cy="2619363"/>
          </a:xfrm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white">
          <a:xfrm>
            <a:off x="133918" y="164563"/>
            <a:ext cx="1235675" cy="2619363"/>
          </a:xfrm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9EE1E399-81D8-4F32-A773-79DD86C9D815}" type="datetime1">
              <a:rPr lang="en-US" dirty="0"/>
              <a:t>9/30/2021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white">
          <a:xfrm>
            <a:off x="133917" y="164565"/>
            <a:ext cx="1680031" cy="597424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133917" y="822801"/>
            <a:ext cx="1680031" cy="1961124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>
            <a:normAutofit/>
          </a:bodyPr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white">
          <a:xfrm>
            <a:off x="133916" y="2864777"/>
            <a:ext cx="438269" cy="16456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l">
              <a:defRPr sz="163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E8A625-E03B-4A49-8E37-41B5871683EF}" type="datetime1">
              <a:rPr lang="en-US" dirty="0"/>
              <a:t>9/30/2021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645230" y="2864777"/>
            <a:ext cx="657404" cy="16456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ctr">
              <a:defRPr sz="163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white">
          <a:xfrm>
            <a:off x="1375679" y="2864777"/>
            <a:ext cx="438269" cy="16456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r">
              <a:defRPr sz="163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68543" rtl="0">
        <a:lnSpc>
          <a:spcPct val="90000"/>
        </a:lnSpc>
        <a:spcBef>
          <a:spcPct val="0"/>
        </a:spcBef>
        <a:buNone/>
        <a:defRPr sz="331" kern="1200" dirty="0">
          <a:solidFill>
            <a:schemeClr val="tx1"/>
          </a:solidFill>
          <a:latin typeface="+mj-lt"/>
          <a:ea typeface="+mj-ea"/>
        </a:defRPr>
      </a:lvl1pPr>
    </p:titleStyle>
    <p:bodyStyle>
      <a:lvl1pPr marL="17136" indent="-17136" algn="l" defTabSz="68543" rtl="0">
        <a:lnSpc>
          <a:spcPct val="90000"/>
        </a:lnSpc>
        <a:spcBef>
          <a:spcPts val="75"/>
        </a:spcBef>
        <a:buFont typeface="Arial"/>
        <a:buChar char="•"/>
        <a:defRPr sz="210" kern="1200" dirty="0">
          <a:solidFill>
            <a:schemeClr val="tx1"/>
          </a:solidFill>
          <a:latin typeface="+mn-lt"/>
          <a:ea typeface="+mn-ea"/>
        </a:defRPr>
      </a:lvl1pPr>
      <a:lvl2pPr marL="51408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79" kern="1200" dirty="0">
          <a:solidFill>
            <a:schemeClr val="tx1"/>
          </a:solidFill>
          <a:latin typeface="+mn-lt"/>
          <a:ea typeface="+mn-ea"/>
        </a:defRPr>
      </a:lvl2pPr>
      <a:lvl3pPr marL="85681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3pPr>
      <a:lvl4pPr marL="119950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4pPr>
      <a:lvl5pPr marL="154224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5pPr>
      <a:lvl6pPr marL="188496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6pPr>
      <a:lvl7pPr marL="222767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7pPr>
      <a:lvl8pPr marL="257040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8pPr>
      <a:lvl9pPr marL="291311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9pPr>
    </p:bodyStyle>
    <p:otherStyle>
      <a:defPPr defTabSz="68543">
        <a:defRPr lang="en-US" dirty="0"/>
      </a:defPPr>
      <a:lvl1pPr marL="0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1pPr>
      <a:lvl2pPr marL="34273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2pPr>
      <a:lvl3pPr marL="68543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3pPr>
      <a:lvl4pPr marL="102814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4pPr>
      <a:lvl5pPr marL="137088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5pPr>
      <a:lvl6pPr marL="171359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6pPr>
      <a:lvl7pPr marL="205631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7pPr>
      <a:lvl8pPr marL="239904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8pPr>
      <a:lvl9pPr marL="274176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Name"/>
          <p:cNvSpPr txBox="1">
            <a:spLocks noChangeArrowheads="1"/>
          </p:cNvSpPr>
          <p:nvPr/>
        </p:nvSpPr>
        <p:spPr bwMode="white">
          <a:xfrm>
            <a:off x="108003" y="1949305"/>
            <a:ext cx="669145" cy="71183"/>
          </a:xfrm>
          <a:prstGeom prst="rect">
            <a:avLst/>
          </a:prstGeom>
          <a:noFill/>
          <a:ln w="9525">
            <a:noFill/>
            <a:headEnd type="none"/>
            <a:tailEnd type="non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anchor="ctr"/>
          <a:lstStyle>
            <a:lvl1pPr marL="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1pPr>
            <a:lvl2pPr marL="4572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173043"/>
            <a:endParaRPr lang="en-US" sz="800" b="1" dirty="0">
              <a:latin typeface="Arial Narrow"/>
            </a:endParaRPr>
          </a:p>
        </p:txBody>
      </p:sp>
      <p:sp>
        <p:nvSpPr>
          <p:cNvPr id="18" name="Text Box 3"/>
          <p:cNvSpPr txBox="1">
            <a:spLocks noChangeArrowheads="1"/>
          </p:cNvSpPr>
          <p:nvPr/>
        </p:nvSpPr>
        <p:spPr bwMode="auto">
          <a:xfrm>
            <a:off x="16569" y="1456508"/>
            <a:ext cx="760579" cy="897004"/>
          </a:xfrm>
          <a:prstGeom prst="rect">
            <a:avLst/>
          </a:prstGeom>
          <a:noFill/>
          <a:ln>
            <a:noFill/>
            <a:headEnd type="none"/>
            <a:tailEnd type="none"/>
          </a:ln>
        </p:spPr>
        <p:txBody>
          <a:bodyPr wrap="square" lIns="0" tIns="0" rIns="0" bIns="0" anchor="t">
            <a:noAutofit/>
          </a:bodyPr>
          <a:lstStyle/>
          <a:p>
            <a:pPr marL="55880" indent="8890" defTabSz="173043">
              <a:spcBef>
                <a:spcPts val="0"/>
              </a:spcBef>
              <a:spcAft>
                <a:spcPts val="0"/>
              </a:spcAft>
            </a:pPr>
            <a:r>
              <a:rPr lang="hi-IN" sz="800" b="1" dirty="0">
                <a:latin typeface="Arial Narrow"/>
              </a:rPr>
              <a:t>नाम</a:t>
            </a:r>
            <a:r>
              <a:rPr lang="en-US" sz="800" b="1" dirty="0">
                <a:latin typeface="Arial Narrow"/>
              </a:rPr>
              <a:t>			:</a:t>
            </a:r>
          </a:p>
          <a:p>
            <a:pPr marL="55880" indent="8890" defTabSz="173043">
              <a:spcBef>
                <a:spcPts val="0"/>
              </a:spcBef>
              <a:spcAft>
                <a:spcPts val="0"/>
              </a:spcAft>
            </a:pPr>
            <a:r>
              <a:rPr lang="hi-IN" sz="800" b="1" i="0" dirty="0">
                <a:effectLst/>
                <a:latin typeface="Segoe UI"/>
              </a:rPr>
              <a:t>प्लांट</a:t>
            </a:r>
            <a:r>
              <a:rPr lang="en-US" sz="800" b="1" dirty="0">
                <a:effectLst/>
                <a:latin typeface="Arial Narrow"/>
                <a:ea typeface="Arial"/>
              </a:rPr>
              <a:t>			:</a:t>
            </a:r>
            <a:endParaRPr lang="en-US" sz="800" b="1" dirty="0">
              <a:latin typeface="Arial Narrow"/>
              <a:ea typeface="Arial"/>
            </a:endParaRPr>
          </a:p>
          <a:p>
            <a:pPr marL="55880" indent="8890" defTabSz="173043"/>
            <a:r>
              <a:rPr lang="en-IN" sz="800" b="1" kern="100" dirty="0">
                <a:solidFill>
                  <a:srgbClr val="000000"/>
                </a:solidFill>
                <a:effectLst/>
                <a:latin typeface="Arial Narrow"/>
                <a:ea typeface="Times New Roman"/>
              </a:rPr>
              <a:t>नियुक्ति</a:t>
            </a:r>
            <a:r>
              <a:rPr lang="en-IN" sz="800" b="1" kern="100" dirty="0">
                <a:solidFill>
                  <a:srgbClr val="000000"/>
                </a:solidFill>
                <a:latin typeface="Arial Narrow"/>
                <a:ea typeface="Times New Roman"/>
              </a:rPr>
              <a:t> </a:t>
            </a:r>
            <a:r>
              <a:rPr lang="hi-IN" sz="800" b="1" kern="100" dirty="0">
                <a:solidFill>
                  <a:srgbClr val="000000"/>
                </a:solidFill>
                <a:effectLst/>
                <a:latin typeface="Arial Narrow"/>
                <a:ea typeface="Times New Roman"/>
              </a:rPr>
              <a:t>दिनांक</a:t>
            </a:r>
            <a:r>
              <a:rPr lang="en-US" sz="800" b="1" kern="100" dirty="0">
                <a:solidFill>
                  <a:srgbClr val="000000"/>
                </a:solidFill>
                <a:effectLst/>
                <a:latin typeface="Arial Narrow"/>
                <a:ea typeface="Times New Roman"/>
              </a:rPr>
              <a:t>	:</a:t>
            </a:r>
            <a:endParaRPr lang="en-US" sz="800" b="1" dirty="0">
              <a:effectLst/>
              <a:latin typeface="Arial Narrow"/>
              <a:ea typeface="Arial"/>
            </a:endParaRPr>
          </a:p>
          <a:p>
            <a:pPr marL="55880" indent="8890" defTabSz="173043">
              <a:spcBef>
                <a:spcPts val="0"/>
              </a:spcBef>
              <a:spcAft>
                <a:spcPts val="0"/>
              </a:spcAft>
            </a:pPr>
            <a:r>
              <a:rPr lang="hi-IN" sz="800" b="1" dirty="0">
                <a:latin typeface="Arial Narrow"/>
              </a:rPr>
              <a:t>जन्मदिन</a:t>
            </a:r>
            <a:r>
              <a:rPr lang="en-US" sz="800" b="1" dirty="0">
                <a:latin typeface="Arial Narrow"/>
              </a:rPr>
              <a:t>		:</a:t>
            </a:r>
            <a:endParaRPr lang="en-US" sz="800" b="1" dirty="0">
              <a:effectLst/>
              <a:latin typeface="Arial Narrow"/>
              <a:ea typeface="Arial"/>
            </a:endParaRPr>
          </a:p>
          <a:p>
            <a:pPr marL="55880" indent="8890" defTabSz="173043">
              <a:spcBef>
                <a:spcPts val="0"/>
              </a:spcBef>
              <a:spcAft>
                <a:spcPts val="0"/>
              </a:spcAft>
            </a:pPr>
            <a:r>
              <a:rPr lang="hi-IN" sz="800" b="1" dirty="0">
                <a:latin typeface="Arial Narrow"/>
              </a:rPr>
              <a:t>पिता</a:t>
            </a:r>
            <a:r>
              <a:rPr lang="en-US" sz="800" b="1" dirty="0">
                <a:latin typeface="Arial Narrow"/>
              </a:rPr>
              <a:t> </a:t>
            </a:r>
            <a:r>
              <a:rPr lang="hi-IN" sz="800" b="1" dirty="0">
                <a:latin typeface="Arial Narrow"/>
              </a:rPr>
              <a:t>का नाम</a:t>
            </a:r>
            <a:r>
              <a:rPr lang="en-US" sz="800" b="1" dirty="0">
                <a:latin typeface="Arial Narrow"/>
              </a:rPr>
              <a:t>	:</a:t>
            </a:r>
          </a:p>
          <a:p>
            <a:pPr marL="55880" indent="8890" defTabSz="173043">
              <a:spcBef>
                <a:spcPts val="0"/>
              </a:spcBef>
              <a:spcAft>
                <a:spcPts val="0"/>
              </a:spcAft>
            </a:pPr>
            <a:endParaRPr lang="en-US" sz="800" b="1" dirty="0">
              <a:effectLst/>
              <a:latin typeface="Arial Narrow"/>
              <a:ea typeface="Arial"/>
            </a:endParaRPr>
          </a:p>
          <a:p>
            <a:pPr marL="55880" indent="8890" defTabSz="173043"/>
            <a:r>
              <a:rPr lang="hi-IN" sz="800" b="1" dirty="0">
                <a:latin typeface="Arial Narrow"/>
              </a:rPr>
              <a:t>पता</a:t>
            </a:r>
            <a:r>
              <a:rPr lang="en-US" sz="800" b="1" dirty="0">
                <a:latin typeface="Arial Narrow"/>
              </a:rPr>
              <a:t> :                 </a:t>
            </a:r>
            <a:endParaRPr lang="en-US" sz="800" b="1" dirty="0">
              <a:effectLst/>
              <a:latin typeface="Arial Narrow"/>
              <a:ea typeface="Arial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46790" y="111036"/>
            <a:ext cx="354670" cy="394679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25" name="TextBox 24"/>
          <p:cNvSpPr txBox="1">
            <a:spLocks noChangeArrowheads="1"/>
          </p:cNvSpPr>
          <p:nvPr/>
        </p:nvSpPr>
        <p:spPr bwMode="white">
          <a:xfrm>
            <a:off x="409059" y="297379"/>
            <a:ext cx="1522234" cy="253916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173043"/>
            <a:r>
              <a:rPr lang="hi-IN" sz="1050" b="1" dirty="0">
                <a:latin typeface="Arial Narrow"/>
              </a:rPr>
              <a:t>प्रतिभा सिंटेक्स लिमिटेड</a:t>
            </a:r>
            <a:endParaRPr lang="en-US" sz="1050" b="1" dirty="0">
              <a:latin typeface="Arial Narrow"/>
            </a:endParaRPr>
          </a:p>
        </p:txBody>
      </p:sp>
      <p:sp>
        <p:nvSpPr>
          <p:cNvPr id="26" name="Rectangle 25"/>
          <p:cNvSpPr>
            <a:spLocks/>
          </p:cNvSpPr>
          <p:nvPr/>
        </p:nvSpPr>
        <p:spPr bwMode="white">
          <a:xfrm>
            <a:off x="16570" y="33868"/>
            <a:ext cx="1914724" cy="3005472"/>
          </a:xfrm>
          <a:prstGeom prst="rect">
            <a:avLst/>
          </a:prstGeom>
          <a:noFill/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173043"/>
            <a:endParaRPr lang="en-US" sz="800" b="1" dirty="0">
              <a:latin typeface="Arial Narrow"/>
            </a:endParaRPr>
          </a:p>
        </p:txBody>
      </p:sp>
      <p:sp>
        <p:nvSpPr>
          <p:cNvPr id="17" name="ID"/>
          <p:cNvSpPr txBox="1">
            <a:spLocks noChangeArrowheads="1"/>
          </p:cNvSpPr>
          <p:nvPr/>
        </p:nvSpPr>
        <p:spPr bwMode="white">
          <a:xfrm>
            <a:off x="790306" y="1129531"/>
            <a:ext cx="554053" cy="112520"/>
          </a:xfrm>
          <a:prstGeom prst="rect">
            <a:avLst/>
          </a:prstGeom>
          <a:noFill/>
          <a:ln w="9525">
            <a:noFill/>
            <a:headEnd type="none"/>
            <a:tailEnd type="non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anchor="ctr"/>
          <a:lstStyle>
            <a:lvl1pPr marL="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1pPr>
            <a:lvl2pPr marL="4572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173043"/>
            <a:r>
              <a:rPr lang="hi-IN" sz="800" b="1" dirty="0">
                <a:effectLst/>
                <a:latin typeface="Arial Narrow"/>
                <a:ea typeface="Arial"/>
              </a:rPr>
              <a:t>कार्ड नंबर</a:t>
            </a:r>
            <a:r>
              <a:rPr lang="en-US" sz="800" b="1" dirty="0">
                <a:effectLst/>
                <a:latin typeface="Arial Narrow"/>
                <a:ea typeface="Arial"/>
              </a:rPr>
              <a:t>:	</a:t>
            </a:r>
            <a:endParaRPr lang="en-US" sz="800" b="1" dirty="0">
              <a:latin typeface="Arial Narrow"/>
            </a:endParaRPr>
          </a:p>
        </p:txBody>
      </p:sp>
      <p:sp>
        <p:nvSpPr>
          <p:cNvPr id="19" name="ID"/>
          <p:cNvSpPr txBox="1">
            <a:spLocks noChangeArrowheads="1"/>
          </p:cNvSpPr>
          <p:nvPr/>
        </p:nvSpPr>
        <p:spPr bwMode="white">
          <a:xfrm>
            <a:off x="796394" y="1261376"/>
            <a:ext cx="523281" cy="112520"/>
          </a:xfrm>
          <a:prstGeom prst="rect">
            <a:avLst/>
          </a:prstGeom>
          <a:noFill/>
          <a:ln w="9525">
            <a:noFill/>
            <a:headEnd type="none"/>
            <a:tailEnd type="non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anchor="ctr"/>
          <a:lstStyle>
            <a:lvl1pPr marL="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1pPr>
            <a:lvl2pPr marL="4572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173043"/>
            <a:r>
              <a:rPr lang="hi-IN" sz="800" b="1" dirty="0">
                <a:latin typeface="Arial Narrow"/>
              </a:rPr>
              <a:t>रक्त समूह</a:t>
            </a:r>
            <a:r>
              <a:rPr lang="en-US" sz="800" b="1" dirty="0">
                <a:effectLst/>
                <a:latin typeface="Arial Narrow"/>
                <a:ea typeface="Arial"/>
              </a:rPr>
              <a:t>:</a:t>
            </a:r>
            <a:endParaRPr lang="en-US" sz="800" b="1" dirty="0">
              <a:latin typeface="Arial Narrow"/>
            </a:endParaRPr>
          </a:p>
        </p:txBody>
      </p:sp>
      <p:sp>
        <p:nvSpPr>
          <p:cNvPr id="24" name="Department"/>
          <p:cNvSpPr txBox="1">
            <a:spLocks noChangeArrowheads="1"/>
          </p:cNvSpPr>
          <p:nvPr/>
        </p:nvSpPr>
        <p:spPr bwMode="white">
          <a:xfrm>
            <a:off x="75018" y="2088098"/>
            <a:ext cx="848583" cy="72091"/>
          </a:xfrm>
          <a:prstGeom prst="rect">
            <a:avLst/>
          </a:prstGeom>
          <a:noFill/>
          <a:ln w="9525">
            <a:noFill/>
            <a:headEnd type="none"/>
            <a:tailEnd type="non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anchor="ctr"/>
          <a:lstStyle>
            <a:lvl1pPr marL="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1pPr>
            <a:lvl2pPr marL="4572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indent="0" defTabSz="173043">
              <a:defRPr sz="1100" dirty="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173043"/>
            <a:r>
              <a:rPr lang="hi-IN" sz="800" b="1" dirty="0">
                <a:latin typeface="Arial Narrow"/>
              </a:rPr>
              <a:t>फोन</a:t>
            </a:r>
            <a:r>
              <a:rPr lang="en-US" sz="800" b="1" dirty="0">
                <a:latin typeface="Arial Narrow"/>
              </a:rPr>
              <a:t>                    :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3A5E363-7535-49C8-ADD7-62E37AB714BA}"/>
              </a:ext>
            </a:extLst>
          </p:cNvPr>
          <p:cNvGrpSpPr/>
          <p:nvPr/>
        </p:nvGrpSpPr>
        <p:grpSpPr>
          <a:xfrm>
            <a:off x="18786" y="94598"/>
            <a:ext cx="1910289" cy="2926604"/>
            <a:chOff x="18786" y="94598"/>
            <a:chExt cx="1910289" cy="2926604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E9410AE2-C949-4117-B696-A0F534A2248A}"/>
                </a:ext>
              </a:extLst>
            </p:cNvPr>
            <p:cNvGrpSpPr/>
            <p:nvPr/>
          </p:nvGrpSpPr>
          <p:grpSpPr>
            <a:xfrm>
              <a:off x="18786" y="2513278"/>
              <a:ext cx="1910289" cy="507924"/>
              <a:chOff x="18786" y="2513278"/>
              <a:chExt cx="1910289" cy="507924"/>
            </a:xfrm>
          </p:grpSpPr>
          <p:sp>
            <p:nvSpPr>
              <p:cNvPr id="36" name="DOJ">
                <a:extLst>
                  <a:ext uri="{FF2B5EF4-FFF2-40B4-BE49-F238E27FC236}">
                    <a16:creationId xmlns:a16="http://schemas.microsoft.com/office/drawing/2014/main" id="{BD9557E1-A99F-40AC-8795-65E61A751B8F}"/>
                  </a:ext>
                </a:extLst>
              </p:cNvPr>
              <p:cNvSpPr txBox="1">
                <a:spLocks noChangeArrowheads="1"/>
              </p:cNvSpPr>
              <p:nvPr/>
            </p:nvSpPr>
            <p:spPr bwMode="white">
              <a:xfrm>
                <a:off x="1256765" y="2513278"/>
                <a:ext cx="660404" cy="115763"/>
              </a:xfrm>
              <a:prstGeom prst="rect">
                <a:avLst/>
              </a:prstGeom>
              <a:noFill/>
              <a:ln w="9525">
                <a:noFill/>
                <a:headEnd type="none"/>
                <a:tailEnd type="none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lIns="0" tIns="0" rIns="0" bIns="0" anchor="ctr"/>
              <a:lstStyle>
                <a:lvl1pPr marL="0" indent="0" defTabSz="173043">
                  <a:defRPr sz="1100" dirty="0">
                    <a:solidFill>
                      <a:schemeClr val="tx1"/>
                    </a:solidFill>
                    <a:latin typeface="+mn-lt"/>
                    <a:ea typeface="+mn-ea"/>
                  </a:defRPr>
                </a:lvl1pPr>
                <a:lvl2pPr marL="457200" indent="0" defTabSz="173043">
                  <a:defRPr sz="1100" dirty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914400" indent="0" defTabSz="173043">
                  <a:defRPr sz="1100" dirty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371600" indent="0" defTabSz="173043">
                  <a:defRPr sz="1100" dirty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1828800" indent="0" defTabSz="173043">
                  <a:defRPr sz="1100" dirty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286000" indent="0" defTabSz="173043">
                  <a:defRPr sz="1100" dirty="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743200" indent="0" defTabSz="173043">
                  <a:defRPr sz="1100" dirty="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200400" indent="0" defTabSz="173043">
                  <a:defRPr sz="1100" dirty="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657600" indent="0" defTabSz="173043">
                  <a:defRPr sz="1100" dirty="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defTabSz="173043"/>
                <a:r>
                  <a:rPr lang="hi-IN" sz="700" b="1" dirty="0">
                    <a:latin typeface="Arial Narrow"/>
                  </a:rPr>
                  <a:t>अधिकृत</a:t>
                </a:r>
                <a:r>
                  <a:rPr lang="en-US" sz="700" b="1" dirty="0">
                    <a:latin typeface="Arial Narrow"/>
                  </a:rPr>
                  <a:t> </a:t>
                </a:r>
                <a:r>
                  <a:rPr lang="hi-IN" sz="700" b="1" dirty="0">
                    <a:latin typeface="Arial Narrow"/>
                  </a:rPr>
                  <a:t>हस्ताक्षर</a:t>
                </a:r>
                <a:endParaRPr lang="en-US" sz="700" b="1" dirty="0">
                  <a:latin typeface="Arial Narrow"/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2179CC9-E286-4D2E-B02D-0129FC62B793}"/>
                  </a:ext>
                </a:extLst>
              </p:cNvPr>
              <p:cNvSpPr txBox="1">
                <a:spLocks noChangeArrowheads="1"/>
              </p:cNvSpPr>
              <p:nvPr/>
            </p:nvSpPr>
            <p:spPr bwMode="white">
              <a:xfrm>
                <a:off x="18786" y="2651870"/>
                <a:ext cx="1910289" cy="369332"/>
              </a:xfrm>
              <a:prstGeom prst="rect">
                <a:avLst/>
              </a:prstGeom>
              <a:solidFill>
                <a:srgbClr val="FF9933"/>
              </a:solidFill>
              <a:ln>
                <a:headEnd type="none"/>
                <a:tailEnd type="none"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hi-IN" sz="500" dirty="0"/>
                  <a:t>प्रतिभा मुख्य प्लांट, प्लॉट नं. 4, इंडस्ट्रियल ग्रोथ सेंटर, खेड़ा,</a:t>
                </a:r>
                <a:r>
                  <a:rPr lang="en-US" sz="500" dirty="0"/>
                  <a:t> </a:t>
                </a:r>
                <a:r>
                  <a:rPr lang="hi-IN" sz="500" dirty="0"/>
                  <a:t>पीथमपुर, धार, मध्य प्रदेश, </a:t>
                </a:r>
                <a:endParaRPr lang="en-US" sz="500" dirty="0"/>
              </a:p>
              <a:p>
                <a:pPr algn="ctr"/>
                <a:r>
                  <a:rPr lang="en-US" sz="500" dirty="0"/>
                  <a:t> </a:t>
                </a:r>
                <a:r>
                  <a:rPr lang="hi-IN" sz="800" b="1" u="sng" dirty="0"/>
                  <a:t>आपातकालीन फोन नंबर</a:t>
                </a:r>
                <a:r>
                  <a:rPr lang="en-US" sz="800" b="1" u="sng" dirty="0"/>
                  <a:t> </a:t>
                </a:r>
                <a:r>
                  <a:rPr lang="hi-IN" sz="800" b="1" u="sng" dirty="0"/>
                  <a:t>7292404319</a:t>
                </a:r>
                <a:endParaRPr lang="en-US" sz="800" b="1" u="sng" dirty="0"/>
              </a:p>
            </p:txBody>
          </p:sp>
        </p:grp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148F0BC4-1570-4067-9790-2F25EC9098B2}"/>
                </a:ext>
              </a:extLst>
            </p:cNvPr>
            <p:cNvSpPr/>
            <p:nvPr/>
          </p:nvSpPr>
          <p:spPr>
            <a:xfrm>
              <a:off x="861773" y="94598"/>
              <a:ext cx="249980" cy="7132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20" name="EmpQR">
            <a:extLst>
              <a:ext uri="{FF2B5EF4-FFF2-40B4-BE49-F238E27FC236}">
                <a16:creationId xmlns:a16="http://schemas.microsoft.com/office/drawing/2014/main" id="{3F75363A-D138-4352-B4BE-36D38C3CE5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596" y="575188"/>
            <a:ext cx="531267" cy="468701"/>
          </a:xfrm>
          <a:prstGeom prst="rect">
            <a:avLst/>
          </a:prstGeom>
        </p:spPr>
      </p:pic>
      <p:pic>
        <p:nvPicPr>
          <p:cNvPr id="21" name="EmpPicture">
            <a:extLst>
              <a:ext uri="{FF2B5EF4-FFF2-40B4-BE49-F238E27FC236}">
                <a16:creationId xmlns:a16="http://schemas.microsoft.com/office/drawing/2014/main" id="{459BD532-3225-4198-AFBD-EDF250EA9A0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10" y="612697"/>
            <a:ext cx="612637" cy="69358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2" name="ID">
            <a:extLst>
              <a:ext uri="{FF2B5EF4-FFF2-40B4-BE49-F238E27FC236}">
                <a16:creationId xmlns:a16="http://schemas.microsoft.com/office/drawing/2014/main" id="{7988384D-E2B5-4FCF-B4B0-9BF2E7D3EF1F}"/>
              </a:ext>
            </a:extLst>
          </p:cNvPr>
          <p:cNvSpPr txBox="1"/>
          <p:nvPr/>
        </p:nvSpPr>
        <p:spPr>
          <a:xfrm>
            <a:off x="1234772" y="1128410"/>
            <a:ext cx="614053" cy="11252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latin typeface="Arial Narrow" panose="020B0606020202030204" pitchFamily="34" charset="0"/>
                <a:cs typeface="Arial" panose="020B0604020202020204" pitchFamily="34" charset="0"/>
              </a:rPr>
              <a:t>{ID}</a:t>
            </a:r>
          </a:p>
        </p:txBody>
      </p:sp>
      <p:sp>
        <p:nvSpPr>
          <p:cNvPr id="23" name="BloodGroup">
            <a:extLst>
              <a:ext uri="{FF2B5EF4-FFF2-40B4-BE49-F238E27FC236}">
                <a16:creationId xmlns:a16="http://schemas.microsoft.com/office/drawing/2014/main" id="{7738FCFA-0CA0-4BAE-A554-54DC5BB46108}"/>
              </a:ext>
            </a:extLst>
          </p:cNvPr>
          <p:cNvSpPr txBox="1"/>
          <p:nvPr/>
        </p:nvSpPr>
        <p:spPr>
          <a:xfrm>
            <a:off x="1248379" y="1240594"/>
            <a:ext cx="560798" cy="13291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latin typeface="Arial Narrow" panose="020B0606020202030204" pitchFamily="34" charset="0"/>
                <a:cs typeface="Aharoni" panose="02010803020104030203" pitchFamily="2" charset="-79"/>
              </a:rPr>
              <a:t>{BloodGroup}</a:t>
            </a:r>
          </a:p>
        </p:txBody>
      </p:sp>
      <p:sp>
        <p:nvSpPr>
          <p:cNvPr id="27" name="Name">
            <a:extLst>
              <a:ext uri="{FF2B5EF4-FFF2-40B4-BE49-F238E27FC236}">
                <a16:creationId xmlns:a16="http://schemas.microsoft.com/office/drawing/2014/main" id="{164039C0-186B-4AE7-82DC-BB5BF03E5C0B}"/>
              </a:ext>
            </a:extLst>
          </p:cNvPr>
          <p:cNvSpPr txBox="1"/>
          <p:nvPr/>
        </p:nvSpPr>
        <p:spPr>
          <a:xfrm>
            <a:off x="761062" y="1454408"/>
            <a:ext cx="1113425" cy="8887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latin typeface="Arial Narrow" panose="020B0606020202030204" pitchFamily="34" charset="0"/>
                <a:cs typeface="Arial" panose="020B0604020202020204" pitchFamily="34" charset="0"/>
              </a:rPr>
              <a:t>{Name}</a:t>
            </a:r>
          </a:p>
        </p:txBody>
      </p:sp>
      <p:sp>
        <p:nvSpPr>
          <p:cNvPr id="28" name="DOJ">
            <a:extLst>
              <a:ext uri="{FF2B5EF4-FFF2-40B4-BE49-F238E27FC236}">
                <a16:creationId xmlns:a16="http://schemas.microsoft.com/office/drawing/2014/main" id="{9D793F24-C603-46AC-80AD-BEA9F9521BE4}"/>
              </a:ext>
            </a:extLst>
          </p:cNvPr>
          <p:cNvSpPr txBox="1"/>
          <p:nvPr/>
        </p:nvSpPr>
        <p:spPr>
          <a:xfrm>
            <a:off x="774873" y="1692764"/>
            <a:ext cx="1054646" cy="120281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latin typeface="Arial Narrow" panose="020B0606020202030204" pitchFamily="34" charset="0"/>
                <a:cs typeface="Arial" panose="020B0604020202020204" pitchFamily="34" charset="0"/>
              </a:rPr>
              <a:t>{DOJ}</a:t>
            </a:r>
          </a:p>
        </p:txBody>
      </p:sp>
      <p:sp>
        <p:nvSpPr>
          <p:cNvPr id="29" name="DOJ">
            <a:extLst>
              <a:ext uri="{FF2B5EF4-FFF2-40B4-BE49-F238E27FC236}">
                <a16:creationId xmlns:a16="http://schemas.microsoft.com/office/drawing/2014/main" id="{ABF4EA3F-4C60-4C36-B174-F044002E1762}"/>
              </a:ext>
            </a:extLst>
          </p:cNvPr>
          <p:cNvSpPr txBox="1"/>
          <p:nvPr/>
        </p:nvSpPr>
        <p:spPr>
          <a:xfrm>
            <a:off x="777148" y="1822862"/>
            <a:ext cx="942017" cy="117276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latin typeface="Arial Narrow" panose="020B0606020202030204" pitchFamily="34" charset="0"/>
                <a:cs typeface="Aharoni" panose="02010803020104030203" pitchFamily="2" charset="-79"/>
              </a:rPr>
              <a:t>{DOB}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85C533E-CD51-4C36-B9D4-28A43DEC1204}"/>
              </a:ext>
            </a:extLst>
          </p:cNvPr>
          <p:cNvSpPr txBox="1"/>
          <p:nvPr/>
        </p:nvSpPr>
        <p:spPr>
          <a:xfrm>
            <a:off x="674129" y="1876083"/>
            <a:ext cx="125277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effectLst/>
                <a:latin typeface="Arial Narrow" panose="020B0606020202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{</a:t>
            </a:r>
            <a:r>
              <a:rPr lang="en-US" sz="800" dirty="0" err="1">
                <a:effectLst/>
                <a:latin typeface="Arial Narrow" panose="020B0606020202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FatherName</a:t>
            </a:r>
            <a:r>
              <a:rPr lang="en-US" sz="800" dirty="0">
                <a:effectLst/>
                <a:latin typeface="Arial Narrow" panose="020B0606020202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}</a:t>
            </a:r>
            <a:endParaRPr lang="en-US" sz="800" dirty="0">
              <a:latin typeface="Arial Narrow" panose="020B0606020202030204" pitchFamily="34" charset="0"/>
            </a:endParaRPr>
          </a:p>
        </p:txBody>
      </p:sp>
      <p:sp>
        <p:nvSpPr>
          <p:cNvPr id="31" name="DOJ">
            <a:extLst>
              <a:ext uri="{FF2B5EF4-FFF2-40B4-BE49-F238E27FC236}">
                <a16:creationId xmlns:a16="http://schemas.microsoft.com/office/drawing/2014/main" id="{2A78AD5F-F85B-46DD-8329-9C303F91FEC6}"/>
              </a:ext>
            </a:extLst>
          </p:cNvPr>
          <p:cNvSpPr txBox="1"/>
          <p:nvPr/>
        </p:nvSpPr>
        <p:spPr>
          <a:xfrm>
            <a:off x="774873" y="1570936"/>
            <a:ext cx="1054646" cy="120281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latin typeface="Arial Narrow" panose="020B0606020202030204" pitchFamily="34" charset="0"/>
                <a:cs typeface="Arial" panose="020B0604020202020204" pitchFamily="34" charset="0"/>
              </a:rPr>
              <a:t>{Plant}</a:t>
            </a:r>
          </a:p>
        </p:txBody>
      </p:sp>
      <p:sp>
        <p:nvSpPr>
          <p:cNvPr id="40" name="Name">
            <a:extLst>
              <a:ext uri="{FF2B5EF4-FFF2-40B4-BE49-F238E27FC236}">
                <a16:creationId xmlns:a16="http://schemas.microsoft.com/office/drawing/2014/main" id="{DDB1A9BE-FA27-4258-B8EB-8569D945878E}"/>
              </a:ext>
            </a:extLst>
          </p:cNvPr>
          <p:cNvSpPr txBox="1"/>
          <p:nvPr/>
        </p:nvSpPr>
        <p:spPr>
          <a:xfrm>
            <a:off x="763147" y="2036078"/>
            <a:ext cx="1028638" cy="156887"/>
          </a:xfrm>
          <a:prstGeom prst="rect">
            <a:avLst/>
          </a:prstGeom>
          <a:solidFill>
            <a:schemeClr val="bg1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latin typeface="Arial Narrow" panose="020B0606020202030204" pitchFamily="34" charset="0"/>
                <a:cs typeface="Arial" panose="020B0604020202020204" pitchFamily="34" charset="0"/>
              </a:rPr>
              <a:t>{</a:t>
            </a:r>
            <a:r>
              <a:rPr lang="en-US" sz="800" dirty="0" err="1">
                <a:latin typeface="Arial Narrow" panose="020B0606020202030204" pitchFamily="34" charset="0"/>
                <a:cs typeface="Arial" panose="020B0604020202020204" pitchFamily="34" charset="0"/>
              </a:rPr>
              <a:t>PhoneNumber</a:t>
            </a:r>
            <a:r>
              <a:rPr lang="en-US" sz="800" dirty="0">
                <a:latin typeface="Arial Narrow" panose="020B0606020202030204" pitchFamily="34" charset="0"/>
                <a:cs typeface="Arial" panose="020B0604020202020204" pitchFamily="34" charset="0"/>
              </a:rPr>
              <a:t>}</a:t>
            </a:r>
          </a:p>
        </p:txBody>
      </p:sp>
      <p:sp>
        <p:nvSpPr>
          <p:cNvPr id="41" name="PermanentAddress">
            <a:extLst>
              <a:ext uri="{FF2B5EF4-FFF2-40B4-BE49-F238E27FC236}">
                <a16:creationId xmlns:a16="http://schemas.microsoft.com/office/drawing/2014/main" id="{52654B56-B2A0-4972-BA51-5DA4D37D9E9D}"/>
              </a:ext>
            </a:extLst>
          </p:cNvPr>
          <p:cNvSpPr txBox="1"/>
          <p:nvPr/>
        </p:nvSpPr>
        <p:spPr>
          <a:xfrm>
            <a:off x="295835" y="2193247"/>
            <a:ext cx="938937" cy="451507"/>
          </a:xfrm>
          <a:prstGeom prst="rect">
            <a:avLst/>
          </a:prstGeom>
          <a:solidFill>
            <a:schemeClr val="lt1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latin typeface="Arial Narrow" panose="020B0606020202030204" pitchFamily="34" charset="0"/>
                <a:cs typeface="Arial" panose="020B0604020202020204" pitchFamily="34" charset="0"/>
              </a:rPr>
              <a:t>{</a:t>
            </a:r>
            <a:r>
              <a:rPr lang="en-US" sz="800" dirty="0" err="1">
                <a:latin typeface="Arial Narrow" panose="020B0606020202030204" pitchFamily="34" charset="0"/>
                <a:cs typeface="Arial" panose="020B0604020202020204" pitchFamily="34" charset="0"/>
              </a:rPr>
              <a:t>PresentAddress</a:t>
            </a:r>
            <a:r>
              <a:rPr lang="en-US" sz="800" dirty="0">
                <a:latin typeface="Arial Narrow" panose="020B0606020202030204" pitchFamily="34" charset="0"/>
                <a:cs typeface="Arial" panose="020B0604020202020204" pitchFamily="34" charset="0"/>
              </a:rPr>
              <a:t>}</a:t>
            </a:r>
          </a:p>
        </p:txBody>
      </p:sp>
      <p:pic>
        <p:nvPicPr>
          <p:cNvPr id="32" name="AuthorizedSign">
            <a:extLst>
              <a:ext uri="{FF2B5EF4-FFF2-40B4-BE49-F238E27FC236}">
                <a16:creationId xmlns:a16="http://schemas.microsoft.com/office/drawing/2014/main" id="{EDBC4F3B-3AF7-484D-81FD-FB52EF14E4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6765" y="2327511"/>
            <a:ext cx="594472" cy="1898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/>
        </a:gradFill>
      </a:fillStyleLst>
      <a:lnStyleLst>
        <a:ln w="6350" cap="flat">
          <a:solidFill>
            <a:schemeClr val="phClr"/>
          </a:solidFill>
          <a:prstDash val="solid"/>
          <a:miter/>
          <a:headEnd type="none"/>
          <a:tailEnd type="none"/>
        </a:ln>
        <a:ln w="12700" cap="flat">
          <a:solidFill>
            <a:schemeClr val="phClr"/>
          </a:solidFill>
          <a:prstDash val="solid"/>
          <a:miter/>
          <a:headEnd type="none"/>
          <a:tailEnd type="none"/>
        </a:ln>
        <a:ln w="19050" cap="flat">
          <a:solidFill>
            <a:schemeClr val="phClr"/>
          </a:solidFill>
          <a:prstDash val="solid"/>
          <a:miter/>
          <a:headEnd type="none"/>
          <a:tailEnd type="none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/>
        </a:gradFill>
      </a:fillStyleLst>
      <a:lnStyleLst>
        <a:ln w="6350" cap="flat">
          <a:solidFill>
            <a:schemeClr val="phClr"/>
          </a:solidFill>
          <a:prstDash val="solid"/>
          <a:miter/>
          <a:headEnd type="none"/>
          <a:tailEnd type="none"/>
        </a:ln>
        <a:ln w="12700" cap="flat">
          <a:solidFill>
            <a:schemeClr val="phClr"/>
          </a:solidFill>
          <a:prstDash val="solid"/>
          <a:miter/>
          <a:headEnd type="none"/>
          <a:tailEnd type="none"/>
        </a:ln>
        <a:ln w="19050" cap="flat">
          <a:solidFill>
            <a:schemeClr val="phClr"/>
          </a:solidFill>
          <a:prstDash val="solid"/>
          <a:miter/>
          <a:headEnd type="none"/>
          <a:tailEnd type="none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/>
        </a:gradFill>
      </a:fillStyleLst>
      <a:lnStyleLst>
        <a:ln w="6350" cap="flat">
          <a:solidFill>
            <a:schemeClr val="phClr"/>
          </a:solidFill>
          <a:prstDash val="solid"/>
          <a:miter/>
          <a:headEnd type="none"/>
          <a:tailEnd type="none"/>
        </a:ln>
        <a:ln w="12700" cap="flat">
          <a:solidFill>
            <a:schemeClr val="phClr"/>
          </a:solidFill>
          <a:prstDash val="solid"/>
          <a:miter/>
          <a:headEnd type="none"/>
          <a:tailEnd type="none"/>
        </a:ln>
        <a:ln w="19050" cap="flat">
          <a:solidFill>
            <a:schemeClr val="phClr"/>
          </a:solidFill>
          <a:prstDash val="solid"/>
          <a:miter/>
          <a:headEnd type="none"/>
          <a:tailEnd type="none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835</TotalTime>
  <Pages>0</Pages>
  <Words>93</Words>
  <Characters>0</Characters>
  <Application>Microsoft Office PowerPoint</Application>
  <PresentationFormat>Custom</PresentationFormat>
  <Lines>0</Lines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Narrow</vt:lpstr>
      <vt:lpstr>Calibri</vt:lpstr>
      <vt:lpstr>Calibri Light</vt:lpstr>
      <vt:lpstr>Segoe UI</vt:lpstr>
      <vt:lpstr>Office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APLOS</dc:creator>
  <cp:lastModifiedBy>Abu Bakar  Siddik</cp:lastModifiedBy>
  <cp:revision>221</cp:revision>
  <cp:lastPrinted>2021-09-30T07:57:31Z</cp:lastPrinted>
  <dcterms:modified xsi:type="dcterms:W3CDTF">2021-09-30T08:49:25Z</dcterms:modified>
</cp:coreProperties>
</file>