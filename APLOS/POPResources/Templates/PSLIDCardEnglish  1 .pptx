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9" r:id="rId2"/>
    <p:sldId id="260" r:id="rId3"/>
  </p:sldIdLst>
  <p:sldSz cx="1947863" cy="3090863"/>
  <p:notesSz cx="7104063" cy="10234613"/>
  <p:defaultTextStyle>
    <a:defPPr defTabSz="173043">
      <a:defRPr lang="en-US" dirty="0"/>
    </a:defPPr>
    <a:lvl1pPr marL="0" algn="l" defTabSz="173043" rtl="0">
      <a:defRPr sz="340" kern="1200" dirty="0">
        <a:solidFill>
          <a:schemeClr val="tx1"/>
        </a:solidFill>
        <a:latin typeface="+mn-lt"/>
        <a:ea typeface="+mn-ea"/>
      </a:defRPr>
    </a:lvl1pPr>
    <a:lvl2pPr marL="86523" algn="l" defTabSz="173043" rtl="0">
      <a:defRPr sz="340" kern="1200" dirty="0">
        <a:solidFill>
          <a:schemeClr val="tx1"/>
        </a:solidFill>
        <a:latin typeface="+mn-lt"/>
        <a:ea typeface="+mn-ea"/>
      </a:defRPr>
    </a:lvl2pPr>
    <a:lvl3pPr marL="173043" algn="l" defTabSz="173043" rtl="0">
      <a:defRPr sz="340" kern="1200" dirty="0">
        <a:solidFill>
          <a:schemeClr val="tx1"/>
        </a:solidFill>
        <a:latin typeface="+mn-lt"/>
        <a:ea typeface="+mn-ea"/>
      </a:defRPr>
    </a:lvl3pPr>
    <a:lvl4pPr marL="259566" algn="l" defTabSz="173043" rtl="0">
      <a:defRPr sz="340" kern="1200" dirty="0">
        <a:solidFill>
          <a:schemeClr val="tx1"/>
        </a:solidFill>
        <a:latin typeface="+mn-lt"/>
        <a:ea typeface="+mn-ea"/>
      </a:defRPr>
    </a:lvl4pPr>
    <a:lvl5pPr marL="346086" algn="l" defTabSz="173043" rtl="0">
      <a:defRPr sz="340" kern="1200" dirty="0">
        <a:solidFill>
          <a:schemeClr val="tx1"/>
        </a:solidFill>
        <a:latin typeface="+mn-lt"/>
        <a:ea typeface="+mn-ea"/>
      </a:defRPr>
    </a:lvl5pPr>
    <a:lvl6pPr marL="432609" algn="l" defTabSz="173043" rtl="0">
      <a:defRPr sz="340" kern="1200" dirty="0">
        <a:solidFill>
          <a:schemeClr val="tx1"/>
        </a:solidFill>
        <a:latin typeface="+mn-lt"/>
        <a:ea typeface="+mn-ea"/>
      </a:defRPr>
    </a:lvl6pPr>
    <a:lvl7pPr marL="519130" algn="l" defTabSz="173043" rtl="0">
      <a:defRPr sz="340" kern="1200" dirty="0">
        <a:solidFill>
          <a:schemeClr val="tx1"/>
        </a:solidFill>
        <a:latin typeface="+mn-lt"/>
        <a:ea typeface="+mn-ea"/>
      </a:defRPr>
    </a:lvl7pPr>
    <a:lvl8pPr marL="605652" algn="l" defTabSz="173043" rtl="0">
      <a:defRPr sz="340" kern="1200" dirty="0">
        <a:solidFill>
          <a:schemeClr val="tx1"/>
        </a:solidFill>
        <a:latin typeface="+mn-lt"/>
        <a:ea typeface="+mn-ea"/>
      </a:defRPr>
    </a:lvl8pPr>
    <a:lvl9pPr marL="692174" algn="l" defTabSz="173043" rtl="0">
      <a:defRPr sz="340" kern="1200" dirty="0">
        <a:solidFill>
          <a:schemeClr val="tx1"/>
        </a:solidFill>
        <a:latin typeface="+mn-lt"/>
        <a:ea typeface="+mn-ea"/>
      </a:defRPr>
    </a:lvl9pPr>
  </p:defaultTextStyle>
  <p:extLst>
    <p:ext uri="{EFAFB233-063F-42B5-8137-9DF3F51BA10A}">
      <p15:sldGuideLst xmlns:p15="http://schemas.microsoft.com/office/powerpoint/2012/main">
        <p15:guide id="1" orient="horz" pos="974" userDrawn="1">
          <p15:clr>
            <a:srgbClr val="A4A3A4"/>
          </p15:clr>
        </p15:guide>
        <p15:guide id="2" pos="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53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2706" y="120"/>
      </p:cViewPr>
      <p:guideLst>
        <p:guide orient="horz" pos="974"/>
        <p:guide pos="6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42291D2-79BB-4F94-87B9-BBF11653C2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3FC9E3-36E3-4AFB-928B-B5AEF250EA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403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7B7E7892-5A32-4575-94C1-DE4A6525AA41}" type="datetimeFigureOut">
              <a:rPr lang="en-US" smtClean="0"/>
              <a:t>9/30/2020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2A1C17-704D-4BC4-92E1-EBFCAA8AA9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6A4371-5D17-4637-BD19-8D5DBB00E6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403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3573C7D9-E7FD-4F95-84AD-61199CE13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137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4403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2CB70909-C19F-4098-BABE-826759D4F724}" type="datetimeFigureOut">
              <a:rPr lang="en-US" smtClean="0"/>
              <a:t>9/30/2020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63800" y="1279525"/>
            <a:ext cx="217646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403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CD6BBD11-A0DA-469A-B44A-B3198FFC6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385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1pPr>
    <a:lvl2pPr marL="86523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2pPr>
    <a:lvl3pPr marL="173043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3pPr>
    <a:lvl4pPr marL="259566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4pPr>
    <a:lvl5pPr marL="346086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5pPr>
    <a:lvl6pPr marL="432609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6pPr>
    <a:lvl7pPr marL="519130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7pPr>
    <a:lvl8pPr marL="605652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8pPr>
    <a:lvl9pPr marL="692174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243485" y="505848"/>
            <a:ext cx="1460897" cy="1076078"/>
          </a:xfrm>
          <a:ln>
            <a:headEnd type="none"/>
            <a:tailEnd type="none"/>
          </a:ln>
        </p:spPr>
        <p:txBody>
          <a:bodyPr wrap="square" anchor="b"/>
          <a:lstStyle>
            <a:lvl1pPr algn="ctr">
              <a:defRPr sz="451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243485" y="1623421"/>
            <a:ext cx="1460897" cy="746243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179" dirty="0"/>
            </a:lvl1pPr>
            <a:lvl2pPr marL="34273" indent="0" algn="ctr">
              <a:buNone/>
              <a:defRPr sz="163" dirty="0"/>
            </a:lvl2pPr>
            <a:lvl3pPr marL="68543" indent="0" algn="ctr">
              <a:buNone/>
              <a:defRPr sz="163" dirty="0"/>
            </a:lvl3pPr>
            <a:lvl4pPr marL="102814" indent="0" algn="ctr">
              <a:buNone/>
              <a:defRPr sz="163" dirty="0"/>
            </a:lvl4pPr>
            <a:lvl5pPr marL="137088" indent="0" algn="ctr">
              <a:buNone/>
              <a:defRPr sz="163" dirty="0"/>
            </a:lvl5pPr>
            <a:lvl6pPr marL="171359" indent="0" algn="ctr">
              <a:buNone/>
              <a:defRPr sz="163" dirty="0"/>
            </a:lvl6pPr>
            <a:lvl7pPr marL="205631" indent="0" algn="ctr">
              <a:buNone/>
              <a:defRPr sz="163" dirty="0"/>
            </a:lvl7pPr>
            <a:lvl8pPr marL="239904" indent="0" algn="ctr">
              <a:buNone/>
              <a:defRPr sz="163" dirty="0"/>
            </a:lvl8pPr>
            <a:lvl9pPr marL="274176" indent="0" algn="ctr">
              <a:buNone/>
              <a:defRPr sz="163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6595CB52-7A80-4EDE-BD89-15F3D80D2847}" type="datetime1">
              <a:rPr lang="en-US" smtClean="0"/>
              <a:t>9/30/2020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98256AB-61F5-4AE9-B2A9-B219460FA3D9}" type="datetime1">
              <a:rPr lang="en-US" smtClean="0"/>
              <a:t>9/30/2020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2903" y="770571"/>
            <a:ext cx="1680031" cy="1285713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451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2903" y="2068450"/>
            <a:ext cx="1680031" cy="67612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79" dirty="0">
                <a:solidFill>
                  <a:schemeClr val="tx1">
                    <a:tint val="75000"/>
                  </a:schemeClr>
                </a:solidFill>
              </a:defRPr>
            </a:lvl1pPr>
            <a:lvl2pPr marL="34273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2pPr>
            <a:lvl3pPr marL="68543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3pPr>
            <a:lvl4pPr marL="102814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4pPr>
            <a:lvl5pPr marL="137088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5pPr>
            <a:lvl6pPr marL="171359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6pPr>
            <a:lvl7pPr marL="205631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7pPr>
            <a:lvl8pPr marL="239904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8pPr>
            <a:lvl9pPr marL="274176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232F403-2438-4303-9714-E49C6D0B1E28}" type="datetime1">
              <a:rPr lang="en-US" smtClean="0"/>
              <a:t>9/30/2020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white">
          <a:xfrm>
            <a:off x="133918" y="822801"/>
            <a:ext cx="827841" cy="19611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986108" y="822801"/>
            <a:ext cx="827841" cy="19611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5F4B6725-C72E-4A01-97E1-5898CAC1CF6F}" type="datetime1">
              <a:rPr lang="en-US" smtClean="0"/>
              <a:t>9/30/2020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71" y="164565"/>
            <a:ext cx="1680031" cy="5974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4169" y="757693"/>
            <a:ext cx="824037" cy="371333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179" b="1" dirty="0"/>
            </a:lvl1pPr>
            <a:lvl2pPr marL="34273" indent="0">
              <a:buNone/>
              <a:defRPr sz="163" b="1" dirty="0"/>
            </a:lvl2pPr>
            <a:lvl3pPr marL="68543" indent="0">
              <a:buNone/>
              <a:defRPr sz="163" b="1" dirty="0"/>
            </a:lvl3pPr>
            <a:lvl4pPr marL="102814" indent="0">
              <a:buNone/>
              <a:defRPr sz="163" b="1" dirty="0"/>
            </a:lvl4pPr>
            <a:lvl5pPr marL="137088" indent="0">
              <a:buNone/>
              <a:defRPr sz="163" b="1" dirty="0"/>
            </a:lvl5pPr>
            <a:lvl6pPr marL="171359" indent="0">
              <a:buNone/>
              <a:defRPr sz="163" b="1" dirty="0"/>
            </a:lvl6pPr>
            <a:lvl7pPr marL="205631" indent="0">
              <a:buNone/>
              <a:defRPr sz="163" b="1" dirty="0"/>
            </a:lvl7pPr>
            <a:lvl8pPr marL="239904" indent="0">
              <a:buNone/>
              <a:defRPr sz="163" b="1" dirty="0"/>
            </a:lvl8pPr>
            <a:lvl9pPr marL="274176" indent="0">
              <a:buNone/>
              <a:defRPr sz="163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134169" y="1129025"/>
            <a:ext cx="824037" cy="16606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986107" y="757693"/>
            <a:ext cx="828095" cy="371333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179" b="1" dirty="0"/>
            </a:lvl1pPr>
            <a:lvl2pPr marL="34273" indent="0">
              <a:buNone/>
              <a:defRPr sz="163" b="1" dirty="0"/>
            </a:lvl2pPr>
            <a:lvl3pPr marL="68543" indent="0">
              <a:buNone/>
              <a:defRPr sz="163" b="1" dirty="0"/>
            </a:lvl3pPr>
            <a:lvl4pPr marL="102814" indent="0">
              <a:buNone/>
              <a:defRPr sz="163" b="1" dirty="0"/>
            </a:lvl4pPr>
            <a:lvl5pPr marL="137088" indent="0">
              <a:buNone/>
              <a:defRPr sz="163" b="1" dirty="0"/>
            </a:lvl5pPr>
            <a:lvl6pPr marL="171359" indent="0">
              <a:buNone/>
              <a:defRPr sz="163" b="1" dirty="0"/>
            </a:lvl6pPr>
            <a:lvl7pPr marL="205631" indent="0">
              <a:buNone/>
              <a:defRPr sz="163" b="1" dirty="0"/>
            </a:lvl7pPr>
            <a:lvl8pPr marL="239904" indent="0">
              <a:buNone/>
              <a:defRPr sz="163" b="1" dirty="0"/>
            </a:lvl8pPr>
            <a:lvl9pPr marL="274176" indent="0">
              <a:buNone/>
              <a:defRPr sz="163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white">
          <a:xfrm>
            <a:off x="986107" y="1129025"/>
            <a:ext cx="828095" cy="16606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2C272315-A371-4329-8393-D21113A0CC5B}" type="datetime1">
              <a:rPr lang="en-US" smtClean="0"/>
              <a:t>9/30/2020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3501887-07F5-4895-9E1A-2035534BDEE9}" type="datetime1">
              <a:rPr lang="en-US" smtClean="0"/>
              <a:t>9/30/2020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F2A78092-FC37-4448-AF31-357D713EC2CE}" type="datetime1">
              <a:rPr lang="en-US" smtClean="0"/>
              <a:t>9/30/2020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69" y="206062"/>
            <a:ext cx="628237" cy="721201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239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828098" y="445031"/>
            <a:ext cx="986105" cy="2196517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239" dirty="0"/>
            </a:lvl1pPr>
            <a:lvl2pPr>
              <a:defRPr sz="210" dirty="0"/>
            </a:lvl2pPr>
            <a:lvl3pPr>
              <a:defRPr sz="179" dirty="0"/>
            </a:lvl3pPr>
            <a:lvl4pPr>
              <a:defRPr sz="163" dirty="0"/>
            </a:lvl4pPr>
            <a:lvl5pPr>
              <a:defRPr sz="163" dirty="0"/>
            </a:lvl5pPr>
            <a:lvl6pPr>
              <a:defRPr sz="163" dirty="0"/>
            </a:lvl6pPr>
            <a:lvl7pPr>
              <a:defRPr sz="163" dirty="0"/>
            </a:lvl7pPr>
            <a:lvl8pPr>
              <a:defRPr sz="163" dirty="0"/>
            </a:lvl8pPr>
            <a:lvl9pPr>
              <a:defRPr sz="163" dirty="0"/>
            </a:lvl9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34169" y="927263"/>
            <a:ext cx="628237" cy="1717863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3" dirty="0"/>
            </a:lvl1pPr>
            <a:lvl2pPr marL="34273" indent="0">
              <a:buNone/>
              <a:defRPr sz="163" dirty="0"/>
            </a:lvl2pPr>
            <a:lvl3pPr marL="68543" indent="0">
              <a:buNone/>
              <a:defRPr sz="163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68303B59-8064-4F92-9589-6397FBC99231}" type="datetime1">
              <a:rPr lang="en-US" smtClean="0"/>
              <a:t>9/30/2020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69" y="206062"/>
            <a:ext cx="628237" cy="721201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239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white">
          <a:xfrm>
            <a:off x="828098" y="445031"/>
            <a:ext cx="986105" cy="219651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39" dirty="0"/>
            </a:lvl1pPr>
            <a:lvl2pPr marL="34273" indent="0">
              <a:buNone/>
              <a:defRPr sz="210" dirty="0"/>
            </a:lvl2pPr>
            <a:lvl3pPr marL="68543" indent="0">
              <a:buNone/>
              <a:defRPr sz="179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34169" y="927263"/>
            <a:ext cx="628237" cy="1717863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3" dirty="0"/>
            </a:lvl1pPr>
            <a:lvl2pPr marL="34273" indent="0">
              <a:buNone/>
              <a:defRPr sz="163" dirty="0"/>
            </a:lvl2pPr>
            <a:lvl3pPr marL="68543" indent="0">
              <a:buNone/>
              <a:defRPr sz="163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18ADC9D-7416-45ED-BDA5-6017A57A36C0}" type="datetime1">
              <a:rPr lang="en-US" smtClean="0"/>
              <a:t>9/30/2020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FCBAD589-A814-48D4-A41D-AEEBA8B062ED}" type="datetime1">
              <a:rPr lang="en-US" smtClean="0"/>
              <a:t>9/30/2020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white">
          <a:xfrm>
            <a:off x="1393941" y="164563"/>
            <a:ext cx="420008" cy="2619363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xfrm>
            <a:off x="133918" y="164563"/>
            <a:ext cx="1235675" cy="2619363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EE1E399-81D8-4F32-A773-79DD86C9D815}" type="datetime1">
              <a:rPr lang="en-US" smtClean="0"/>
              <a:t>9/30/2020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133917" y="164565"/>
            <a:ext cx="1680031" cy="59742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3917" y="822801"/>
            <a:ext cx="1680031" cy="196112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>
            <a:normAutofit/>
          </a:bodyPr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133916" y="2864777"/>
            <a:ext cx="438269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l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8A625-E03B-4A49-8E37-41B5871683EF}" type="datetime1">
              <a:rPr lang="en-US" smtClean="0"/>
              <a:t>9/30/2020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645230" y="2864777"/>
            <a:ext cx="657404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ctr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1375679" y="2864777"/>
            <a:ext cx="438269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r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68543" rtl="0">
        <a:lnSpc>
          <a:spcPct val="90000"/>
        </a:lnSpc>
        <a:spcBef>
          <a:spcPct val="0"/>
        </a:spcBef>
        <a:buNone/>
        <a:defRPr sz="331" kern="1200" dirty="0">
          <a:solidFill>
            <a:schemeClr val="tx1"/>
          </a:solidFill>
          <a:latin typeface="+mj-lt"/>
          <a:ea typeface="+mj-ea"/>
        </a:defRPr>
      </a:lvl1pPr>
    </p:titleStyle>
    <p:bodyStyle>
      <a:lvl1pPr marL="17136" indent="-17136" algn="l" defTabSz="68543" rtl="0">
        <a:lnSpc>
          <a:spcPct val="90000"/>
        </a:lnSpc>
        <a:spcBef>
          <a:spcPts val="75"/>
        </a:spcBef>
        <a:buFont typeface="Arial"/>
        <a:buChar char="•"/>
        <a:defRPr sz="210" kern="1200" dirty="0">
          <a:solidFill>
            <a:schemeClr val="tx1"/>
          </a:solidFill>
          <a:latin typeface="+mn-lt"/>
          <a:ea typeface="+mn-ea"/>
        </a:defRPr>
      </a:lvl1pPr>
      <a:lvl2pPr marL="51408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79" kern="1200" dirty="0">
          <a:solidFill>
            <a:schemeClr val="tx1"/>
          </a:solidFill>
          <a:latin typeface="+mn-lt"/>
          <a:ea typeface="+mn-ea"/>
        </a:defRPr>
      </a:lvl2pPr>
      <a:lvl3pPr marL="85681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3pPr>
      <a:lvl4pPr marL="119950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4pPr>
      <a:lvl5pPr marL="154224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5pPr>
      <a:lvl6pPr marL="188496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6pPr>
      <a:lvl7pPr marL="222767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7pPr>
      <a:lvl8pPr marL="257040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8pPr>
      <a:lvl9pPr marL="291311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9pPr>
    </p:bodyStyle>
    <p:otherStyle>
      <a:defPPr defTabSz="68543">
        <a:defRPr lang="en-US" dirty="0"/>
      </a:defPPr>
      <a:lvl1pPr marL="0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1pPr>
      <a:lvl2pPr marL="34273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2pPr>
      <a:lvl3pPr marL="68543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3pPr>
      <a:lvl4pPr marL="102814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4pPr>
      <a:lvl5pPr marL="137088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5pPr>
      <a:lvl6pPr marL="171359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6pPr>
      <a:lvl7pPr marL="205631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7pPr>
      <a:lvl8pPr marL="239904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8pPr>
      <a:lvl9pPr marL="274176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C76EB88D-C6A8-46A7-BF08-B1711FCE1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44828"/>
            <a:ext cx="757555" cy="2158683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rot="0" vert="horz" wrap="square" lIns="0" tIns="0" rIns="0" bIns="0" anchor="t" anchorCtr="0" upright="1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spcBef>
                <a:spcPts val="4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7470" marR="0">
              <a:spcBef>
                <a:spcPts val="0"/>
              </a:spcBef>
              <a:spcAft>
                <a:spcPts val="0"/>
              </a:spcAft>
            </a:pPr>
            <a:r>
              <a:rPr lang="en-US" sz="600" b="1" spc="-5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Issuing</a:t>
            </a:r>
            <a:r>
              <a:rPr lang="en-US" sz="600" b="1" spc="1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600" b="1" spc="-5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Authority</a:t>
            </a:r>
            <a:endParaRPr lang="en-US" sz="1100" b="1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55880" marR="0" indent="889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Name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55880" marR="0" indent="889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Emp Code Designation Department Blood</a:t>
            </a:r>
            <a:r>
              <a:rPr lang="en-US" sz="800" spc="8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Group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D.O.J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65405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D.O.B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65405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703EB51C-553E-47C6-8022-7EA552258E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555" y="1357745"/>
            <a:ext cx="1186180" cy="1345768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txBody>
          <a:bodyPr rot="0" vert="horz" wrap="square" lIns="0" tIns="0" rIns="0" bIns="0" anchor="t" anchorCtr="0" upright="1">
            <a:noAutofit/>
          </a:bodyPr>
          <a:lstStyle/>
          <a:p>
            <a:pPr marL="36195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8A3EF5-EE05-4D2D-8DBC-C9774E1BF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963420" cy="54483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/>
            <a:endParaRPr lang="en-US" sz="1200" dirty="0">
              <a:solidFill>
                <a:srgbClr val="FFFFFF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just"/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		 </a:t>
            </a:r>
            <a:r>
              <a:rPr lang="en-US" sz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Pratibha Syntax Ltd.</a:t>
            </a:r>
            <a:endParaRPr lang="en-US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sz="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EC3E6E-80EA-4322-ADA2-5056BE1ED6A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18" y="53253"/>
            <a:ext cx="401782" cy="438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Box 5">
            <a:extLst>
              <a:ext uri="{FF2B5EF4-FFF2-40B4-BE49-F238E27FC236}">
                <a16:creationId xmlns:a16="http://schemas.microsoft.com/office/drawing/2014/main" id="{FD1E2FFE-0B80-46F3-941D-CC656F855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03513"/>
            <a:ext cx="1943100" cy="387350"/>
          </a:xfrm>
          <a:prstGeom prst="rect">
            <a:avLst/>
          </a:prstGeom>
          <a:solidFill>
            <a:srgbClr val="31B0C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 marL="0" marR="0" algn="just">
              <a:spcBef>
                <a:spcPts val="635"/>
              </a:spcBef>
              <a:spcAft>
                <a:spcPts val="0"/>
              </a:spcAft>
            </a:pPr>
            <a:r>
              <a:rPr lang="en-IN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       </a:t>
            </a:r>
            <a:r>
              <a:rPr lang="en-IN" sz="1200" dirty="0">
                <a:latin typeface="Arial" panose="020B0604020202020204" pitchFamily="34" charset="0"/>
                <a:ea typeface="Arial" panose="020B0604020202020204" pitchFamily="34" charset="0"/>
              </a:rPr>
              <a:t>{</a:t>
            </a:r>
            <a:r>
              <a:rPr lang="en-IN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PLANTNAME}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" name="ID">
            <a:extLst>
              <a:ext uri="{FF2B5EF4-FFF2-40B4-BE49-F238E27FC236}">
                <a16:creationId xmlns:a16="http://schemas.microsoft.com/office/drawing/2014/main" id="{3B3B6142-A022-47B2-9BB1-74F2B121F1E7}"/>
              </a:ext>
            </a:extLst>
          </p:cNvPr>
          <p:cNvSpPr txBox="1"/>
          <p:nvPr/>
        </p:nvSpPr>
        <p:spPr>
          <a:xfrm>
            <a:off x="764822" y="1580799"/>
            <a:ext cx="932851" cy="88637"/>
          </a:xfrm>
          <a:prstGeom prst="rect">
            <a:avLst/>
          </a:prstGeom>
          <a:solidFill>
            <a:srgbClr val="33CC33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 dirty="0">
                <a:latin typeface="Arial Narrow" panose="020B0606020202030204" pitchFamily="34" charset="0"/>
                <a:cs typeface="Arial" panose="020B0604020202020204" pitchFamily="34" charset="0"/>
              </a:rPr>
              <a:t>{ID}</a:t>
            </a:r>
          </a:p>
        </p:txBody>
      </p:sp>
      <p:sp>
        <p:nvSpPr>
          <p:cNvPr id="11" name="Name">
            <a:extLst>
              <a:ext uri="{FF2B5EF4-FFF2-40B4-BE49-F238E27FC236}">
                <a16:creationId xmlns:a16="http://schemas.microsoft.com/office/drawing/2014/main" id="{BFC96E6F-C607-442F-8091-0A3C8F9942C3}"/>
              </a:ext>
            </a:extLst>
          </p:cNvPr>
          <p:cNvSpPr txBox="1"/>
          <p:nvPr/>
        </p:nvSpPr>
        <p:spPr>
          <a:xfrm>
            <a:off x="758380" y="1407321"/>
            <a:ext cx="1113425" cy="88873"/>
          </a:xfrm>
          <a:prstGeom prst="rect">
            <a:avLst/>
          </a:prstGeom>
          <a:solidFill>
            <a:srgbClr val="33CC33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{Name}</a:t>
            </a:r>
          </a:p>
        </p:txBody>
      </p:sp>
      <p:sp>
        <p:nvSpPr>
          <p:cNvPr id="13" name="DESIG">
            <a:extLst>
              <a:ext uri="{FF2B5EF4-FFF2-40B4-BE49-F238E27FC236}">
                <a16:creationId xmlns:a16="http://schemas.microsoft.com/office/drawing/2014/main" id="{F3D3C38F-5BB7-4433-9F96-8A35929168E5}"/>
              </a:ext>
            </a:extLst>
          </p:cNvPr>
          <p:cNvSpPr txBox="1"/>
          <p:nvPr/>
        </p:nvSpPr>
        <p:spPr>
          <a:xfrm>
            <a:off x="763097" y="1780638"/>
            <a:ext cx="1046671" cy="62763"/>
          </a:xfrm>
          <a:prstGeom prst="rect">
            <a:avLst/>
          </a:prstGeom>
          <a:solidFill>
            <a:srgbClr val="33CC33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 dirty="0">
                <a:latin typeface="Arial Narrow" panose="020B0606020202030204" pitchFamily="34" charset="0"/>
                <a:cs typeface="Arial" panose="020B0604020202020204" pitchFamily="34" charset="0"/>
              </a:rPr>
              <a:t>{DESIG}</a:t>
            </a:r>
          </a:p>
        </p:txBody>
      </p:sp>
      <p:sp>
        <p:nvSpPr>
          <p:cNvPr id="15" name="Department">
            <a:extLst>
              <a:ext uri="{FF2B5EF4-FFF2-40B4-BE49-F238E27FC236}">
                <a16:creationId xmlns:a16="http://schemas.microsoft.com/office/drawing/2014/main" id="{C6B8C4BA-1199-4755-9700-A271DA216F3A}"/>
              </a:ext>
            </a:extLst>
          </p:cNvPr>
          <p:cNvSpPr txBox="1"/>
          <p:nvPr/>
        </p:nvSpPr>
        <p:spPr>
          <a:xfrm>
            <a:off x="767304" y="1963818"/>
            <a:ext cx="941021" cy="55521"/>
          </a:xfrm>
          <a:prstGeom prst="rect">
            <a:avLst/>
          </a:prstGeom>
          <a:solidFill>
            <a:srgbClr val="33CC33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 dirty="0">
                <a:latin typeface="Arial Narrow" panose="020B0606020202030204" pitchFamily="34" charset="0"/>
                <a:cs typeface="Arial" panose="020B0604020202020204" pitchFamily="34" charset="0"/>
              </a:rPr>
              <a:t>{Department}</a:t>
            </a:r>
          </a:p>
        </p:txBody>
      </p:sp>
      <p:sp>
        <p:nvSpPr>
          <p:cNvPr id="17" name="DOJ">
            <a:extLst>
              <a:ext uri="{FF2B5EF4-FFF2-40B4-BE49-F238E27FC236}">
                <a16:creationId xmlns:a16="http://schemas.microsoft.com/office/drawing/2014/main" id="{8ABE3A49-CF22-488C-B62A-6482697A1E8A}"/>
              </a:ext>
            </a:extLst>
          </p:cNvPr>
          <p:cNvSpPr txBox="1"/>
          <p:nvPr/>
        </p:nvSpPr>
        <p:spPr>
          <a:xfrm>
            <a:off x="775906" y="2290879"/>
            <a:ext cx="942017" cy="120281"/>
          </a:xfrm>
          <a:prstGeom prst="rect">
            <a:avLst/>
          </a:prstGeom>
          <a:solidFill>
            <a:srgbClr val="33CC33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 dirty="0">
                <a:latin typeface="Arial Narrow" panose="020B0606020202030204" pitchFamily="34" charset="0"/>
                <a:cs typeface="Arial" panose="020B0604020202020204" pitchFamily="34" charset="0"/>
              </a:rPr>
              <a:t>{DOJ}</a:t>
            </a:r>
          </a:p>
        </p:txBody>
      </p:sp>
      <p:sp>
        <p:nvSpPr>
          <p:cNvPr id="19" name="BloodGroup">
            <a:extLst>
              <a:ext uri="{FF2B5EF4-FFF2-40B4-BE49-F238E27FC236}">
                <a16:creationId xmlns:a16="http://schemas.microsoft.com/office/drawing/2014/main" id="{01F42E6F-17A1-45B4-A8EE-844B23F7BB85}"/>
              </a:ext>
            </a:extLst>
          </p:cNvPr>
          <p:cNvSpPr txBox="1"/>
          <p:nvPr/>
        </p:nvSpPr>
        <p:spPr>
          <a:xfrm>
            <a:off x="773717" y="2110655"/>
            <a:ext cx="955106" cy="128342"/>
          </a:xfrm>
          <a:prstGeom prst="rect">
            <a:avLst/>
          </a:prstGeom>
          <a:solidFill>
            <a:srgbClr val="33CC33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latin typeface="Arial Narrow" panose="020B0606020202030204" pitchFamily="34" charset="0"/>
                <a:cs typeface="Kalpurush" panose="02000600000000000000" pitchFamily="2" charset="0"/>
              </a:rPr>
              <a:t>{</a:t>
            </a:r>
            <a:r>
              <a:rPr lang="en-US" sz="1000" b="1" dirty="0">
                <a:latin typeface="Arial Narrow" panose="020B0606020202030204" pitchFamily="34" charset="0"/>
                <a:cs typeface="Kalpurush" panose="02000600000000000000" pitchFamily="2" charset="0"/>
              </a:rPr>
              <a:t>BloodGroup</a:t>
            </a:r>
            <a:r>
              <a:rPr lang="en-US" sz="1000" dirty="0">
                <a:latin typeface="Arial Narrow" panose="020B0606020202030204" pitchFamily="34" charset="0"/>
                <a:cs typeface="Kalpurush" panose="02000600000000000000" pitchFamily="2" charset="0"/>
              </a:rPr>
              <a:t>}</a:t>
            </a:r>
          </a:p>
        </p:txBody>
      </p:sp>
      <p:sp>
        <p:nvSpPr>
          <p:cNvPr id="21" name="DOJ">
            <a:extLst>
              <a:ext uri="{FF2B5EF4-FFF2-40B4-BE49-F238E27FC236}">
                <a16:creationId xmlns:a16="http://schemas.microsoft.com/office/drawing/2014/main" id="{B86344DB-5244-45D3-A316-C419720F3BED}"/>
              </a:ext>
            </a:extLst>
          </p:cNvPr>
          <p:cNvSpPr txBox="1"/>
          <p:nvPr/>
        </p:nvSpPr>
        <p:spPr>
          <a:xfrm>
            <a:off x="773133" y="2491772"/>
            <a:ext cx="942017" cy="120281"/>
          </a:xfrm>
          <a:prstGeom prst="rect">
            <a:avLst/>
          </a:prstGeom>
          <a:solidFill>
            <a:srgbClr val="33CC33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 dirty="0">
                <a:latin typeface="Arial Narrow" panose="020B0606020202030204" pitchFamily="34" charset="0"/>
                <a:cs typeface="Arial" panose="020B0604020202020204" pitchFamily="34" charset="0"/>
              </a:rPr>
              <a:t>{DOB}</a:t>
            </a:r>
          </a:p>
        </p:txBody>
      </p:sp>
      <p:pic>
        <p:nvPicPr>
          <p:cNvPr id="4" name="EmpPicture">
            <a:extLst>
              <a:ext uri="{FF2B5EF4-FFF2-40B4-BE49-F238E27FC236}">
                <a16:creationId xmlns:a16="http://schemas.microsoft.com/office/drawing/2014/main" id="{7271F3A4-28F3-4139-A5DD-04EFE0CAA3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851" y="552541"/>
            <a:ext cx="664916" cy="79749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B73693-48ED-4959-88C0-12C7DC13D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9" y="832481"/>
            <a:ext cx="679714" cy="30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232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3">
            <a:extLst>
              <a:ext uri="{FF2B5EF4-FFF2-40B4-BE49-F238E27FC236}">
                <a16:creationId xmlns:a16="http://schemas.microsoft.com/office/drawing/2014/main" id="{E4C6F7AE-B5B4-440F-B943-D87852AA79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299" y="76200"/>
            <a:ext cx="1748367" cy="2942696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t" anchorCtr="0" upright="1">
            <a:noAutofit/>
          </a:bodyPr>
          <a:lstStyle/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6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Registered Office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Pratibha Syntex Ltd.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301, Acme Plaza, Andheri-Kurla Road, Andheri (East) Mumbai -400059 India Tel: +91 22 28314850, Fax: +91 22 28361464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E-mail: mumbai@pratibhasyntex.com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endParaRPr lang="en-US" sz="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Pratibha Syntex Ltd.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701 A –N 701-B, NRK Business Park,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Block No. B 1, PU-4 Commercial,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Indore - 452018 (M. P.) India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Tel: +91 731 4267900/901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E-mail: reception_indore@pratibhasyntex.com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endParaRPr lang="en-US" sz="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Pratibha Syntex Ltd.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Plot No : 4, IGC Kheda-454774 Pithampur, 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Distt. DHAR (M. P.) India, 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Tel.: +91 7292 404362/63, 404357, 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Fax : +91 7292 256340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E-mail : info@pratibhasyntex.com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endParaRPr lang="en-US" sz="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Pratibha Syntex Ltd. 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Plot No. 15 &amp; 16, Pithampur Sector 5, 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Distt. DHAR (M.P.) India 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Tel.: +91 7292 404362/63, 404357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E-mail : info@pratibhasyntex.com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endParaRPr lang="en-US" sz="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www.pratibhasyntex.com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253302-34FE-4B29-ADE1-5B891EE99B96}"/>
              </a:ext>
            </a:extLst>
          </p:cNvPr>
          <p:cNvSpPr/>
          <p:nvPr/>
        </p:nvSpPr>
        <p:spPr>
          <a:xfrm>
            <a:off x="85196" y="33868"/>
            <a:ext cx="1777471" cy="29802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049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956</TotalTime>
  <Pages>0</Pages>
  <Words>239</Words>
  <Characters>0</Characters>
  <Application>Microsoft Office PowerPoint</Application>
  <PresentationFormat>Custom</PresentationFormat>
  <Lines>0</Lines>
  <Paragraphs>50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 Narrow</vt:lpstr>
      <vt:lpstr>Calibri</vt:lpstr>
      <vt:lpstr>Calibri Light</vt:lpstr>
      <vt:lpstr>Office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APLOS</dc:creator>
  <cp:lastModifiedBy>Abu Bakar Siddik</cp:lastModifiedBy>
  <cp:revision>117</cp:revision>
  <dcterms:modified xsi:type="dcterms:W3CDTF">2020-09-30T12:58:05Z</dcterms:modified>
</cp:coreProperties>
</file>