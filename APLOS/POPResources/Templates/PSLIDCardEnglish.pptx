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70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10/27/2020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10/27/2020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0" y="567609"/>
            <a:ext cx="664916" cy="752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A55DCDA-0178-4695-8A2D-5252DB8A2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" y="16969"/>
            <a:ext cx="1963420" cy="54483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/>
            <a:endParaRPr lang="en-US" sz="1200" dirty="0">
              <a:solidFill>
                <a:srgbClr val="FFFFF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		 </a:t>
            </a:r>
            <a:r>
              <a:rPr lang="en-US" sz="120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</a:t>
            </a:r>
            <a:r>
              <a:rPr lang="en-US" sz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Ltd.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sz="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4CA583-944C-4A80-86E8-C4E93ED7EC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" y="53253"/>
            <a:ext cx="401782" cy="4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Box 3">
            <a:extLst>
              <a:ext uri="{FF2B5EF4-FFF2-40B4-BE49-F238E27FC236}">
                <a16:creationId xmlns:a16="http://schemas.microsoft.com/office/drawing/2014/main" id="{11BCFEF8-0027-4081-8398-E28C95EE5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2" y="561801"/>
            <a:ext cx="757555" cy="21417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4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Issuing</a:t>
            </a:r>
            <a:r>
              <a:rPr lang="en-US" sz="600" b="1" spc="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Authority</a:t>
            </a:r>
            <a:endParaRPr lang="en-US" sz="11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Name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Emp Code Designation Department Blood</a:t>
            </a:r>
            <a:r>
              <a:rPr lang="en-US" sz="800" spc="8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D.O.J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D.O.B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2331F6F-AE42-4C86-AB38-572D68641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9" y="832481"/>
            <a:ext cx="679714" cy="307079"/>
          </a:xfrm>
          <a:prstGeom prst="rect">
            <a:avLst/>
          </a:prstGeom>
        </p:spPr>
      </p:pic>
      <p:sp>
        <p:nvSpPr>
          <p:cNvPr id="41" name="Text Box 4">
            <a:extLst>
              <a:ext uri="{FF2B5EF4-FFF2-40B4-BE49-F238E27FC236}">
                <a16:creationId xmlns:a16="http://schemas.microsoft.com/office/drawing/2014/main" id="{5016F4B7-279C-46A2-9B3E-2EBFB991E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" y="1357745"/>
            <a:ext cx="1186180" cy="1345768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361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72234" y="1448883"/>
            <a:ext cx="1113425" cy="8887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778676" y="1615822"/>
            <a:ext cx="932851" cy="88637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47" name="DESIG">
            <a:extLst>
              <a:ext uri="{FF2B5EF4-FFF2-40B4-BE49-F238E27FC236}">
                <a16:creationId xmlns:a16="http://schemas.microsoft.com/office/drawing/2014/main" id="{49A8A3DB-5B19-4C54-9E75-C4D63916FB17}"/>
              </a:ext>
            </a:extLst>
          </p:cNvPr>
          <p:cNvSpPr txBox="1"/>
          <p:nvPr/>
        </p:nvSpPr>
        <p:spPr>
          <a:xfrm>
            <a:off x="779672" y="1813767"/>
            <a:ext cx="1046671" cy="6276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  <p:sp>
        <p:nvSpPr>
          <p:cNvPr id="49" name="Department">
            <a:extLst>
              <a:ext uri="{FF2B5EF4-FFF2-40B4-BE49-F238E27FC236}">
                <a16:creationId xmlns:a16="http://schemas.microsoft.com/office/drawing/2014/main" id="{FCDA8BA4-25C1-43A2-8D0F-75181B505AC7}"/>
              </a:ext>
            </a:extLst>
          </p:cNvPr>
          <p:cNvSpPr txBox="1"/>
          <p:nvPr/>
        </p:nvSpPr>
        <p:spPr>
          <a:xfrm>
            <a:off x="773843" y="2005768"/>
            <a:ext cx="941021" cy="5552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51" name="BloodGroup">
            <a:extLst>
              <a:ext uri="{FF2B5EF4-FFF2-40B4-BE49-F238E27FC236}">
                <a16:creationId xmlns:a16="http://schemas.microsoft.com/office/drawing/2014/main" id="{EDFAB3B7-34C8-44A2-A845-519BEC1E41BF}"/>
              </a:ext>
            </a:extLst>
          </p:cNvPr>
          <p:cNvSpPr txBox="1"/>
          <p:nvPr/>
        </p:nvSpPr>
        <p:spPr>
          <a:xfrm>
            <a:off x="787571" y="2152993"/>
            <a:ext cx="955106" cy="128342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{BloodGroup</a:t>
            </a:r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89760" y="2333217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786987" y="2526795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{DOB}</a:t>
            </a:r>
          </a:p>
        </p:txBody>
      </p:sp>
      <p:sp>
        <p:nvSpPr>
          <p:cNvPr id="57" name="Text Box 5">
            <a:extLst>
              <a:ext uri="{FF2B5EF4-FFF2-40B4-BE49-F238E27FC236}">
                <a16:creationId xmlns:a16="http://schemas.microsoft.com/office/drawing/2014/main" id="{9861D6F1-C31E-4F53-AE77-3AE9B0F2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3513"/>
            <a:ext cx="1943100" cy="387350"/>
          </a:xfrm>
          <a:prstGeom prst="rect">
            <a:avLst/>
          </a:prstGeom>
          <a:solidFill>
            <a:srgbClr val="31B0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algn="ctr">
              <a:spcBef>
                <a:spcPts val="635"/>
              </a:spcBef>
              <a:spcAft>
                <a:spcPts val="0"/>
              </a:spcAft>
            </a:pPr>
            <a:r>
              <a:rPr lang="en-IN" sz="1200" dirty="0">
                <a:latin typeface="Arial" panose="020B0604020202020204" pitchFamily="34" charset="0"/>
                <a:ea typeface="Arial" panose="020B0604020202020204" pitchFamily="34" charset="0"/>
              </a:rPr>
              <a:t>{</a:t>
            </a:r>
            <a:r>
              <a:rPr lang="en-IN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PLANTNAME}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C8D5-29BB-4F01-B4AC-1EBC0A312B5F}"/>
              </a:ext>
            </a:extLst>
          </p:cNvPr>
          <p:cNvSpPr/>
          <p:nvPr/>
        </p:nvSpPr>
        <p:spPr>
          <a:xfrm>
            <a:off x="85196" y="33868"/>
            <a:ext cx="1777471" cy="29802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08DC4FA-8FDD-49A6-8A25-22FB2472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" y="76200"/>
            <a:ext cx="1748367" cy="2942696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Registered Office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301, Acme Plaza, Andheri-Kurla Road, Andheri (East) Mumbai -400059 India Tel: +91 22 28314850, Fax: +91 22 28361464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E-mail: mumbai@pratibhasyntex.com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701 A –N 701-B, NRK Business Park,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Block No. B 1, PU-4 Commercial,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Indore - 452018 (M. P.) India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Tel: +91 731 4267900/901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E-mail: reception_indore@pratibhasyntex.com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Plot No : 4, IGC Kheda-454774 Pithampur,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Distt. DHAR (M. P.) India,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Tel.: +91 7292 404362/63, 404357,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Fax : +91 7292 256340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 : info@pratibhasyntex.com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Pratibha Syntex Ltd.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Plot No. 15 &amp; 16, Pithampur Sector 5,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Distt. DHAR (M.P.) India 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Tel.: +91 7292 404362/63, 404357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E-mail : info@pratibhasyntex.com</a:t>
            </a: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www.pratibhasyntex.com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Pages>0</Pages>
  <Words>238</Words>
  <Characters>0</Characters>
  <Application>Microsoft Office PowerPoint</Application>
  <PresentationFormat>Custom</PresentationFormat>
  <Lines>0</Lines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Siddik</cp:lastModifiedBy>
  <cp:revision>173</cp:revision>
  <dcterms:modified xsi:type="dcterms:W3CDTF">2020-10-27T05:49:38Z</dcterms:modified>
</cp:coreProperties>
</file>