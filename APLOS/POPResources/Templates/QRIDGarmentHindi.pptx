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7" r:id="rId2"/>
  </p:sldIdLst>
  <p:sldSz cx="1947863" cy="3090863"/>
  <p:notesSz cx="7104063" cy="10234613"/>
  <p:defaultTextStyle>
    <a:defPPr defTabSz="173043">
      <a:defRPr lang="en-US" dirty="0"/>
    </a:defPPr>
    <a:lvl1pPr marL="0" algn="l" defTabSz="173043" rtl="0">
      <a:defRPr sz="340" kern="1200" dirty="0">
        <a:solidFill>
          <a:schemeClr val="tx1"/>
        </a:solidFill>
        <a:latin typeface="+mn-lt"/>
        <a:ea typeface="+mn-ea"/>
      </a:defRPr>
    </a:lvl1pPr>
    <a:lvl2pPr marL="86523" algn="l" defTabSz="173043" rtl="0">
      <a:defRPr sz="340" kern="1200" dirty="0">
        <a:solidFill>
          <a:schemeClr val="tx1"/>
        </a:solidFill>
        <a:latin typeface="+mn-lt"/>
        <a:ea typeface="+mn-ea"/>
      </a:defRPr>
    </a:lvl2pPr>
    <a:lvl3pPr marL="173043" algn="l" defTabSz="173043" rtl="0">
      <a:defRPr sz="340" kern="1200" dirty="0">
        <a:solidFill>
          <a:schemeClr val="tx1"/>
        </a:solidFill>
        <a:latin typeface="+mn-lt"/>
        <a:ea typeface="+mn-ea"/>
      </a:defRPr>
    </a:lvl3pPr>
    <a:lvl4pPr marL="259566" algn="l" defTabSz="173043" rtl="0">
      <a:defRPr sz="340" kern="1200" dirty="0">
        <a:solidFill>
          <a:schemeClr val="tx1"/>
        </a:solidFill>
        <a:latin typeface="+mn-lt"/>
        <a:ea typeface="+mn-ea"/>
      </a:defRPr>
    </a:lvl4pPr>
    <a:lvl5pPr marL="346086" algn="l" defTabSz="173043" rtl="0">
      <a:defRPr sz="340" kern="1200" dirty="0">
        <a:solidFill>
          <a:schemeClr val="tx1"/>
        </a:solidFill>
        <a:latin typeface="+mn-lt"/>
        <a:ea typeface="+mn-ea"/>
      </a:defRPr>
    </a:lvl5pPr>
    <a:lvl6pPr marL="432609" algn="l" defTabSz="173043" rtl="0">
      <a:defRPr sz="340" kern="1200" dirty="0">
        <a:solidFill>
          <a:schemeClr val="tx1"/>
        </a:solidFill>
        <a:latin typeface="+mn-lt"/>
        <a:ea typeface="+mn-ea"/>
      </a:defRPr>
    </a:lvl6pPr>
    <a:lvl7pPr marL="519130" algn="l" defTabSz="173043" rtl="0">
      <a:defRPr sz="340" kern="1200" dirty="0">
        <a:solidFill>
          <a:schemeClr val="tx1"/>
        </a:solidFill>
        <a:latin typeface="+mn-lt"/>
        <a:ea typeface="+mn-ea"/>
      </a:defRPr>
    </a:lvl7pPr>
    <a:lvl8pPr marL="605652" algn="l" defTabSz="173043" rtl="0">
      <a:defRPr sz="340" kern="1200" dirty="0">
        <a:solidFill>
          <a:schemeClr val="tx1"/>
        </a:solidFill>
        <a:latin typeface="+mn-lt"/>
        <a:ea typeface="+mn-ea"/>
      </a:defRPr>
    </a:lvl8pPr>
    <a:lvl9pPr marL="692174" algn="l" defTabSz="173043" rtl="0">
      <a:defRPr sz="340" kern="1200" dirty="0">
        <a:solidFill>
          <a:schemeClr val="tx1"/>
        </a:solidFill>
        <a:latin typeface="+mn-lt"/>
        <a:ea typeface="+mn-ea"/>
      </a:defRPr>
    </a:lvl9pPr>
  </p:defaultTextStyle>
  <p:extLst>
    <p:ext uri="{EFAFB233-063F-42B5-8137-9DF3F51BA10A}">
      <p15:sldGuideLst xmlns:p15="http://schemas.microsoft.com/office/powerpoint/2012/main">
        <p15:guide id="1" orient="horz" pos="974" userDrawn="1">
          <p15:clr>
            <a:srgbClr val="A4A3A4"/>
          </p15:clr>
        </p15:guide>
        <p15:guide id="2" pos="6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53" autoAdjust="0"/>
    <p:restoredTop sz="94660"/>
  </p:normalViewPr>
  <p:slideViewPr>
    <p:cSldViewPr snapToGrid="0">
      <p:cViewPr varScale="1">
        <p:scale>
          <a:sx n="146" d="100"/>
          <a:sy n="146" d="100"/>
        </p:scale>
        <p:origin x="2736" y="120"/>
      </p:cViewPr>
      <p:guideLst>
        <p:guide orient="horz" pos="974"/>
        <p:guide pos="6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42291D2-79BB-4F94-87B9-BBF11653C2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8427" cy="514100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3FC9E3-36E3-4AFB-928B-B5AEF250EA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403" y="1"/>
            <a:ext cx="3078427" cy="514100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7B7E7892-5A32-4575-94C1-DE4A6525AA41}" type="datetimeFigureOut">
              <a:rPr lang="en-US" smtClean="0"/>
              <a:t>9/29/2021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2A1C17-704D-4BC4-92E1-EBFCAA8AA9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0515"/>
            <a:ext cx="3078427" cy="514099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6A4371-5D17-4637-BD19-8D5DBB00E66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403" y="9720515"/>
            <a:ext cx="3078427" cy="514099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3573C7D9-E7FD-4F95-84AD-61199CE13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01374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8427" cy="514100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4403" y="1"/>
            <a:ext cx="3078427" cy="514100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2CB70909-C19F-4098-BABE-826759D4F724}" type="datetimeFigureOut">
              <a:rPr lang="en-US" smtClean="0"/>
              <a:t>9/29/2021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463800" y="1279525"/>
            <a:ext cx="217646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0515"/>
            <a:ext cx="3078427" cy="514099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403" y="9720515"/>
            <a:ext cx="3078427" cy="514099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CD6BBD11-A0DA-469A-B44A-B3198FFC6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53854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1pPr>
    <a:lvl2pPr marL="86523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2pPr>
    <a:lvl3pPr marL="173043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3pPr>
    <a:lvl4pPr marL="259566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4pPr>
    <a:lvl5pPr marL="346086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5pPr>
    <a:lvl6pPr marL="432609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6pPr>
    <a:lvl7pPr marL="519130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7pPr>
    <a:lvl8pPr marL="605652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8pPr>
    <a:lvl9pPr marL="692174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243485" y="505848"/>
            <a:ext cx="1460897" cy="1076078"/>
          </a:xfrm>
          <a:ln>
            <a:headEnd type="none"/>
            <a:tailEnd type="none"/>
          </a:ln>
        </p:spPr>
        <p:txBody>
          <a:bodyPr wrap="square" anchor="b"/>
          <a:lstStyle>
            <a:lvl1pPr algn="ctr">
              <a:defRPr sz="451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243485" y="1623421"/>
            <a:ext cx="1460897" cy="746243"/>
          </a:xfrm>
          <a:ln>
            <a:headEnd type="none"/>
            <a:tailEnd type="none"/>
          </a:ln>
        </p:spPr>
        <p:txBody>
          <a:bodyPr wrap="square"/>
          <a:lstStyle>
            <a:lvl1pPr marL="0" indent="0" algn="ctr">
              <a:buNone/>
              <a:defRPr sz="179" dirty="0"/>
            </a:lvl1pPr>
            <a:lvl2pPr marL="34273" indent="0" algn="ctr">
              <a:buNone/>
              <a:defRPr sz="163" dirty="0"/>
            </a:lvl2pPr>
            <a:lvl3pPr marL="68543" indent="0" algn="ctr">
              <a:buNone/>
              <a:defRPr sz="163" dirty="0"/>
            </a:lvl3pPr>
            <a:lvl4pPr marL="102814" indent="0" algn="ctr">
              <a:buNone/>
              <a:defRPr sz="163" dirty="0"/>
            </a:lvl4pPr>
            <a:lvl5pPr marL="137088" indent="0" algn="ctr">
              <a:buNone/>
              <a:defRPr sz="163" dirty="0"/>
            </a:lvl5pPr>
            <a:lvl6pPr marL="171359" indent="0" algn="ctr">
              <a:buNone/>
              <a:defRPr sz="163" dirty="0"/>
            </a:lvl6pPr>
            <a:lvl7pPr marL="205631" indent="0" algn="ctr">
              <a:buNone/>
              <a:defRPr sz="163" dirty="0"/>
            </a:lvl7pPr>
            <a:lvl8pPr marL="239904" indent="0" algn="ctr">
              <a:buNone/>
              <a:defRPr sz="163" dirty="0"/>
            </a:lvl8pPr>
            <a:lvl9pPr marL="274176" indent="0" algn="ctr">
              <a:buNone/>
              <a:defRPr sz="163" dirty="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6595CB52-7A80-4EDE-BD89-15F3D80D2847}" type="datetime1">
              <a:rPr lang="en-US" smtClean="0"/>
              <a:t>9/29/2021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798256AB-61F5-4AE9-B2A9-B219460FA3D9}" type="datetime1">
              <a:rPr lang="en-US" smtClean="0"/>
              <a:t>9/29/2021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32903" y="770571"/>
            <a:ext cx="1680031" cy="1285713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451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132903" y="2068450"/>
            <a:ext cx="1680031" cy="676127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79" dirty="0">
                <a:solidFill>
                  <a:schemeClr val="tx1">
                    <a:tint val="75000"/>
                  </a:schemeClr>
                </a:solidFill>
              </a:defRPr>
            </a:lvl1pPr>
            <a:lvl2pPr marL="34273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2pPr>
            <a:lvl3pPr marL="68543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3pPr>
            <a:lvl4pPr marL="102814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4pPr>
            <a:lvl5pPr marL="137088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5pPr>
            <a:lvl6pPr marL="171359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6pPr>
            <a:lvl7pPr marL="205631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7pPr>
            <a:lvl8pPr marL="239904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8pPr>
            <a:lvl9pPr marL="274176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9232F403-2438-4303-9714-E49C6D0B1E28}" type="datetime1">
              <a:rPr lang="en-US" smtClean="0"/>
              <a:t>9/29/2021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white">
          <a:xfrm>
            <a:off x="133918" y="822801"/>
            <a:ext cx="827841" cy="19611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white">
          <a:xfrm>
            <a:off x="986108" y="822801"/>
            <a:ext cx="827841" cy="19611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5F4B6725-C72E-4A01-97E1-5898CAC1CF6F}" type="datetime1">
              <a:rPr lang="en-US" smtClean="0"/>
              <a:t>9/29/2021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34171" y="164565"/>
            <a:ext cx="1680031" cy="5974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134169" y="757693"/>
            <a:ext cx="824037" cy="371333"/>
          </a:xfrm>
          <a:ln>
            <a:headEnd type="none"/>
            <a:tailEnd type="none"/>
          </a:ln>
        </p:spPr>
        <p:txBody>
          <a:bodyPr wrap="square" anchor="b"/>
          <a:lstStyle>
            <a:lvl1pPr marL="0" indent="0">
              <a:buNone/>
              <a:defRPr sz="179" b="1" dirty="0"/>
            </a:lvl1pPr>
            <a:lvl2pPr marL="34273" indent="0">
              <a:buNone/>
              <a:defRPr sz="163" b="1" dirty="0"/>
            </a:lvl2pPr>
            <a:lvl3pPr marL="68543" indent="0">
              <a:buNone/>
              <a:defRPr sz="163" b="1" dirty="0"/>
            </a:lvl3pPr>
            <a:lvl4pPr marL="102814" indent="0">
              <a:buNone/>
              <a:defRPr sz="163" b="1" dirty="0"/>
            </a:lvl4pPr>
            <a:lvl5pPr marL="137088" indent="0">
              <a:buNone/>
              <a:defRPr sz="163" b="1" dirty="0"/>
            </a:lvl5pPr>
            <a:lvl6pPr marL="171359" indent="0">
              <a:buNone/>
              <a:defRPr sz="163" b="1" dirty="0"/>
            </a:lvl6pPr>
            <a:lvl7pPr marL="205631" indent="0">
              <a:buNone/>
              <a:defRPr sz="163" b="1" dirty="0"/>
            </a:lvl7pPr>
            <a:lvl8pPr marL="239904" indent="0">
              <a:buNone/>
              <a:defRPr sz="163" b="1" dirty="0"/>
            </a:lvl8pPr>
            <a:lvl9pPr marL="274176" indent="0">
              <a:buNone/>
              <a:defRPr sz="163" b="1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white">
          <a:xfrm>
            <a:off x="134169" y="1129025"/>
            <a:ext cx="824037" cy="16606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white">
          <a:xfrm>
            <a:off x="986107" y="757693"/>
            <a:ext cx="828095" cy="371333"/>
          </a:xfrm>
          <a:ln>
            <a:headEnd type="none"/>
            <a:tailEnd type="none"/>
          </a:ln>
        </p:spPr>
        <p:txBody>
          <a:bodyPr wrap="square" anchor="b"/>
          <a:lstStyle>
            <a:lvl1pPr marL="0" indent="0">
              <a:buNone/>
              <a:defRPr sz="179" b="1" dirty="0"/>
            </a:lvl1pPr>
            <a:lvl2pPr marL="34273" indent="0">
              <a:buNone/>
              <a:defRPr sz="163" b="1" dirty="0"/>
            </a:lvl2pPr>
            <a:lvl3pPr marL="68543" indent="0">
              <a:buNone/>
              <a:defRPr sz="163" b="1" dirty="0"/>
            </a:lvl3pPr>
            <a:lvl4pPr marL="102814" indent="0">
              <a:buNone/>
              <a:defRPr sz="163" b="1" dirty="0"/>
            </a:lvl4pPr>
            <a:lvl5pPr marL="137088" indent="0">
              <a:buNone/>
              <a:defRPr sz="163" b="1" dirty="0"/>
            </a:lvl5pPr>
            <a:lvl6pPr marL="171359" indent="0">
              <a:buNone/>
              <a:defRPr sz="163" b="1" dirty="0"/>
            </a:lvl6pPr>
            <a:lvl7pPr marL="205631" indent="0">
              <a:buNone/>
              <a:defRPr sz="163" b="1" dirty="0"/>
            </a:lvl7pPr>
            <a:lvl8pPr marL="239904" indent="0">
              <a:buNone/>
              <a:defRPr sz="163" b="1" dirty="0"/>
            </a:lvl8pPr>
            <a:lvl9pPr marL="274176" indent="0">
              <a:buNone/>
              <a:defRPr sz="163" b="1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white">
          <a:xfrm>
            <a:off x="986107" y="1129025"/>
            <a:ext cx="828095" cy="16606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2C272315-A371-4329-8393-D21113A0CC5B}" type="datetime1">
              <a:rPr lang="en-US" smtClean="0"/>
              <a:t>9/29/2021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3501887-07F5-4895-9E1A-2035534BDEE9}" type="datetime1">
              <a:rPr lang="en-US" smtClean="0"/>
              <a:t>9/29/2021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F2A78092-FC37-4448-AF31-357D713EC2CE}" type="datetime1">
              <a:rPr lang="en-US" smtClean="0"/>
              <a:t>9/29/2021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34169" y="206062"/>
            <a:ext cx="628237" cy="721201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239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xfrm>
            <a:off x="828098" y="445031"/>
            <a:ext cx="986105" cy="2196517"/>
          </a:xfrm>
          <a:ln>
            <a:headEnd type="none"/>
            <a:tailEnd type="none"/>
          </a:ln>
        </p:spPr>
        <p:txBody>
          <a:bodyPr wrap="square"/>
          <a:lstStyle>
            <a:lvl1pPr>
              <a:defRPr sz="239" dirty="0"/>
            </a:lvl1pPr>
            <a:lvl2pPr>
              <a:defRPr sz="210" dirty="0"/>
            </a:lvl2pPr>
            <a:lvl3pPr>
              <a:defRPr sz="179" dirty="0"/>
            </a:lvl3pPr>
            <a:lvl4pPr>
              <a:defRPr sz="163" dirty="0"/>
            </a:lvl4pPr>
            <a:lvl5pPr>
              <a:defRPr sz="163" dirty="0"/>
            </a:lvl5pPr>
            <a:lvl6pPr>
              <a:defRPr sz="163" dirty="0"/>
            </a:lvl6pPr>
            <a:lvl7pPr>
              <a:defRPr sz="163" dirty="0"/>
            </a:lvl7pPr>
            <a:lvl8pPr>
              <a:defRPr sz="163" dirty="0"/>
            </a:lvl8pPr>
            <a:lvl9pPr>
              <a:defRPr sz="163" dirty="0"/>
            </a:lvl9pPr>
          </a:lstStyle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134169" y="927263"/>
            <a:ext cx="628237" cy="1717863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3" dirty="0"/>
            </a:lvl1pPr>
            <a:lvl2pPr marL="34273" indent="0">
              <a:buNone/>
              <a:defRPr sz="163" dirty="0"/>
            </a:lvl2pPr>
            <a:lvl3pPr marL="68543" indent="0">
              <a:buNone/>
              <a:defRPr sz="163" dirty="0"/>
            </a:lvl3pPr>
            <a:lvl4pPr marL="102814" indent="0">
              <a:buNone/>
              <a:defRPr sz="163" dirty="0"/>
            </a:lvl4pPr>
            <a:lvl5pPr marL="137088" indent="0">
              <a:buNone/>
              <a:defRPr sz="163" dirty="0"/>
            </a:lvl5pPr>
            <a:lvl6pPr marL="171359" indent="0">
              <a:buNone/>
              <a:defRPr sz="163" dirty="0"/>
            </a:lvl6pPr>
            <a:lvl7pPr marL="205631" indent="0">
              <a:buNone/>
              <a:defRPr sz="163" dirty="0"/>
            </a:lvl7pPr>
            <a:lvl8pPr marL="239904" indent="0">
              <a:buNone/>
              <a:defRPr sz="163" dirty="0"/>
            </a:lvl8pPr>
            <a:lvl9pPr marL="274176" indent="0">
              <a:buNone/>
              <a:defRPr sz="163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68303B59-8064-4F92-9589-6397FBC99231}" type="datetime1">
              <a:rPr lang="en-US" smtClean="0"/>
              <a:t>9/29/2021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34169" y="206062"/>
            <a:ext cx="628237" cy="721201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239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white">
          <a:xfrm>
            <a:off x="828098" y="445031"/>
            <a:ext cx="986105" cy="2196517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239" dirty="0"/>
            </a:lvl1pPr>
            <a:lvl2pPr marL="34273" indent="0">
              <a:buNone/>
              <a:defRPr sz="210" dirty="0"/>
            </a:lvl2pPr>
            <a:lvl3pPr marL="68543" indent="0">
              <a:buNone/>
              <a:defRPr sz="179" dirty="0"/>
            </a:lvl3pPr>
            <a:lvl4pPr marL="102814" indent="0">
              <a:buNone/>
              <a:defRPr sz="163" dirty="0"/>
            </a:lvl4pPr>
            <a:lvl5pPr marL="137088" indent="0">
              <a:buNone/>
              <a:defRPr sz="163" dirty="0"/>
            </a:lvl5pPr>
            <a:lvl6pPr marL="171359" indent="0">
              <a:buNone/>
              <a:defRPr sz="163" dirty="0"/>
            </a:lvl6pPr>
            <a:lvl7pPr marL="205631" indent="0">
              <a:buNone/>
              <a:defRPr sz="163" dirty="0"/>
            </a:lvl7pPr>
            <a:lvl8pPr marL="239904" indent="0">
              <a:buNone/>
              <a:defRPr sz="163" dirty="0"/>
            </a:lvl8pPr>
            <a:lvl9pPr marL="274176" indent="0">
              <a:buNone/>
              <a:defRPr sz="163" dirty="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134169" y="927263"/>
            <a:ext cx="628237" cy="1717863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3" dirty="0"/>
            </a:lvl1pPr>
            <a:lvl2pPr marL="34273" indent="0">
              <a:buNone/>
              <a:defRPr sz="163" dirty="0"/>
            </a:lvl2pPr>
            <a:lvl3pPr marL="68543" indent="0">
              <a:buNone/>
              <a:defRPr sz="163" dirty="0"/>
            </a:lvl3pPr>
            <a:lvl4pPr marL="102814" indent="0">
              <a:buNone/>
              <a:defRPr sz="163" dirty="0"/>
            </a:lvl4pPr>
            <a:lvl5pPr marL="137088" indent="0">
              <a:buNone/>
              <a:defRPr sz="163" dirty="0"/>
            </a:lvl5pPr>
            <a:lvl6pPr marL="171359" indent="0">
              <a:buNone/>
              <a:defRPr sz="163" dirty="0"/>
            </a:lvl6pPr>
            <a:lvl7pPr marL="205631" indent="0">
              <a:buNone/>
              <a:defRPr sz="163" dirty="0"/>
            </a:lvl7pPr>
            <a:lvl8pPr marL="239904" indent="0">
              <a:buNone/>
              <a:defRPr sz="163" dirty="0"/>
            </a:lvl8pPr>
            <a:lvl9pPr marL="274176" indent="0">
              <a:buNone/>
              <a:defRPr sz="163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918ADC9D-7416-45ED-BDA5-6017A57A36C0}" type="datetime1">
              <a:rPr lang="en-US" smtClean="0"/>
              <a:t>9/29/2021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white"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FCBAD589-A814-48D4-A41D-AEEBA8B062ED}" type="datetime1">
              <a:rPr lang="en-US" smtClean="0"/>
              <a:t>9/29/2021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white">
          <a:xfrm>
            <a:off x="1393941" y="164563"/>
            <a:ext cx="420008" cy="2619363"/>
          </a:xfrm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white">
          <a:xfrm>
            <a:off x="133918" y="164563"/>
            <a:ext cx="1235675" cy="2619363"/>
          </a:xfrm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9EE1E399-81D8-4F32-A773-79DD86C9D815}" type="datetime1">
              <a:rPr lang="en-US" smtClean="0"/>
              <a:t>9/29/2021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white">
          <a:xfrm>
            <a:off x="133917" y="164565"/>
            <a:ext cx="1680031" cy="597424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133917" y="822801"/>
            <a:ext cx="1680031" cy="1961124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>
            <a:normAutofit/>
          </a:bodyPr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white">
          <a:xfrm>
            <a:off x="133916" y="2864777"/>
            <a:ext cx="438269" cy="16456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l">
              <a:defRPr sz="163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8A625-E03B-4A49-8E37-41B5871683EF}" type="datetime1">
              <a:rPr lang="en-US" smtClean="0"/>
              <a:t>9/29/2021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645230" y="2864777"/>
            <a:ext cx="657404" cy="16456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ctr">
              <a:defRPr sz="163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white">
          <a:xfrm>
            <a:off x="1375679" y="2864777"/>
            <a:ext cx="438269" cy="16456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r">
              <a:defRPr sz="163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68543" rtl="0">
        <a:lnSpc>
          <a:spcPct val="90000"/>
        </a:lnSpc>
        <a:spcBef>
          <a:spcPct val="0"/>
        </a:spcBef>
        <a:buNone/>
        <a:defRPr sz="331" kern="1200" dirty="0">
          <a:solidFill>
            <a:schemeClr val="tx1"/>
          </a:solidFill>
          <a:latin typeface="+mj-lt"/>
          <a:ea typeface="+mj-ea"/>
        </a:defRPr>
      </a:lvl1pPr>
    </p:titleStyle>
    <p:bodyStyle>
      <a:lvl1pPr marL="17136" indent="-17136" algn="l" defTabSz="68543" rtl="0">
        <a:lnSpc>
          <a:spcPct val="90000"/>
        </a:lnSpc>
        <a:spcBef>
          <a:spcPts val="75"/>
        </a:spcBef>
        <a:buFont typeface="Arial"/>
        <a:buChar char="•"/>
        <a:defRPr sz="210" kern="1200" dirty="0">
          <a:solidFill>
            <a:schemeClr val="tx1"/>
          </a:solidFill>
          <a:latin typeface="+mn-lt"/>
          <a:ea typeface="+mn-ea"/>
        </a:defRPr>
      </a:lvl1pPr>
      <a:lvl2pPr marL="51408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79" kern="1200" dirty="0">
          <a:solidFill>
            <a:schemeClr val="tx1"/>
          </a:solidFill>
          <a:latin typeface="+mn-lt"/>
          <a:ea typeface="+mn-ea"/>
        </a:defRPr>
      </a:lvl2pPr>
      <a:lvl3pPr marL="85681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3pPr>
      <a:lvl4pPr marL="119950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4pPr>
      <a:lvl5pPr marL="154224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5pPr>
      <a:lvl6pPr marL="188496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6pPr>
      <a:lvl7pPr marL="222767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7pPr>
      <a:lvl8pPr marL="257040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8pPr>
      <a:lvl9pPr marL="291311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9pPr>
    </p:bodyStyle>
    <p:otherStyle>
      <a:defPPr defTabSz="68543">
        <a:defRPr lang="en-US" dirty="0"/>
      </a:defPPr>
      <a:lvl1pPr marL="0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1pPr>
      <a:lvl2pPr marL="34273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2pPr>
      <a:lvl3pPr marL="68543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3pPr>
      <a:lvl4pPr marL="102814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4pPr>
      <a:lvl5pPr marL="137088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5pPr>
      <a:lvl6pPr marL="171359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6pPr>
      <a:lvl7pPr marL="205631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7pPr>
      <a:lvl8pPr marL="239904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8pPr>
      <a:lvl9pPr marL="274176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mpPicture">
            <a:extLst>
              <a:ext uri="{FF2B5EF4-FFF2-40B4-BE49-F238E27FC236}">
                <a16:creationId xmlns:a16="http://schemas.microsoft.com/office/drawing/2014/main" id="{D0D72A86-0C89-4E8F-9483-ECD5255A56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10" y="612697"/>
            <a:ext cx="612637" cy="69358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3" name="Name">
            <a:extLst>
              <a:ext uri="{FF2B5EF4-FFF2-40B4-BE49-F238E27FC236}">
                <a16:creationId xmlns:a16="http://schemas.microsoft.com/office/drawing/2014/main" id="{B6B12232-9F2B-4294-8217-45E7AF310A7C}"/>
              </a:ext>
            </a:extLst>
          </p:cNvPr>
          <p:cNvSpPr txBox="1"/>
          <p:nvPr/>
        </p:nvSpPr>
        <p:spPr>
          <a:xfrm>
            <a:off x="761062" y="1454408"/>
            <a:ext cx="1113425" cy="8887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latin typeface="Arial Narrow" panose="020B0606020202030204" pitchFamily="34" charset="0"/>
                <a:cs typeface="Arial" panose="020B0604020202020204" pitchFamily="34" charset="0"/>
              </a:rPr>
              <a:t>{Name}</a:t>
            </a:r>
          </a:p>
        </p:txBody>
      </p:sp>
      <p:sp>
        <p:nvSpPr>
          <p:cNvPr id="45" name="ID">
            <a:extLst>
              <a:ext uri="{FF2B5EF4-FFF2-40B4-BE49-F238E27FC236}">
                <a16:creationId xmlns:a16="http://schemas.microsoft.com/office/drawing/2014/main" id="{40E9CA2C-1D4D-46B3-A4E6-3105B60FC880}"/>
              </a:ext>
            </a:extLst>
          </p:cNvPr>
          <p:cNvSpPr txBox="1"/>
          <p:nvPr/>
        </p:nvSpPr>
        <p:spPr>
          <a:xfrm>
            <a:off x="1234772" y="1128410"/>
            <a:ext cx="614053" cy="11252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latin typeface="Arial Narrow" panose="020B0606020202030204" pitchFamily="34" charset="0"/>
                <a:cs typeface="Arial" panose="020B0604020202020204" pitchFamily="34" charset="0"/>
              </a:rPr>
              <a:t>{ID}</a:t>
            </a:r>
          </a:p>
        </p:txBody>
      </p:sp>
      <p:sp>
        <p:nvSpPr>
          <p:cNvPr id="53" name="DOJ">
            <a:extLst>
              <a:ext uri="{FF2B5EF4-FFF2-40B4-BE49-F238E27FC236}">
                <a16:creationId xmlns:a16="http://schemas.microsoft.com/office/drawing/2014/main" id="{5AD335E8-37F9-4F56-9A6F-0284430FCE43}"/>
              </a:ext>
            </a:extLst>
          </p:cNvPr>
          <p:cNvSpPr txBox="1"/>
          <p:nvPr/>
        </p:nvSpPr>
        <p:spPr>
          <a:xfrm>
            <a:off x="774873" y="1692764"/>
            <a:ext cx="1054646" cy="120281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latin typeface="Arial Narrow" panose="020B0606020202030204" pitchFamily="34" charset="0"/>
                <a:cs typeface="Arial" panose="020B0604020202020204" pitchFamily="34" charset="0"/>
              </a:rPr>
              <a:t>{DOJ}</a:t>
            </a:r>
          </a:p>
        </p:txBody>
      </p:sp>
      <p:sp>
        <p:nvSpPr>
          <p:cNvPr id="55" name="DOJ">
            <a:extLst>
              <a:ext uri="{FF2B5EF4-FFF2-40B4-BE49-F238E27FC236}">
                <a16:creationId xmlns:a16="http://schemas.microsoft.com/office/drawing/2014/main" id="{E88B1D44-6E86-483C-8414-2055C1FD6746}"/>
              </a:ext>
            </a:extLst>
          </p:cNvPr>
          <p:cNvSpPr txBox="1"/>
          <p:nvPr/>
        </p:nvSpPr>
        <p:spPr>
          <a:xfrm>
            <a:off x="1208302" y="2550976"/>
            <a:ext cx="660404" cy="11576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i-IN" sz="700" b="1" dirty="0">
                <a:latin typeface="Arial Narrow" panose="020B0606020202030204" pitchFamily="34" charset="0"/>
                <a:cs typeface="Arial" panose="020B0604020202020204" pitchFamily="34" charset="0"/>
              </a:rPr>
              <a:t>अधिकृत</a:t>
            </a:r>
            <a:r>
              <a:rPr lang="en-US" sz="700" b="1" dirty="0">
                <a:latin typeface="Arial Narrow" panose="020B0606020202030204" pitchFamily="34" charset="0"/>
                <a:cs typeface="Arial" panose="020B0604020202020204" pitchFamily="34" charset="0"/>
              </a:rPr>
              <a:t> </a:t>
            </a:r>
            <a:r>
              <a:rPr lang="hi-IN" sz="700" b="1" dirty="0">
                <a:latin typeface="Arial Narrow" panose="020B0606020202030204" pitchFamily="34" charset="0"/>
                <a:cs typeface="Arial" panose="020B0604020202020204" pitchFamily="34" charset="0"/>
              </a:rPr>
              <a:t>हस्ताक्षर</a:t>
            </a:r>
            <a:endParaRPr lang="en-US" sz="700" b="1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16" name="Name">
            <a:extLst>
              <a:ext uri="{FF2B5EF4-FFF2-40B4-BE49-F238E27FC236}">
                <a16:creationId xmlns:a16="http://schemas.microsoft.com/office/drawing/2014/main" id="{C8F46744-08AA-4FDA-9050-49C076C77E40}"/>
              </a:ext>
            </a:extLst>
          </p:cNvPr>
          <p:cNvSpPr txBox="1"/>
          <p:nvPr/>
        </p:nvSpPr>
        <p:spPr>
          <a:xfrm>
            <a:off x="108003" y="1949305"/>
            <a:ext cx="1113425" cy="94999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 b="1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Box 3">
            <a:extLst>
              <a:ext uri="{FF2B5EF4-FFF2-40B4-BE49-F238E27FC236}">
                <a16:creationId xmlns:a16="http://schemas.microsoft.com/office/drawing/2014/main" id="{C697C451-A922-4EEF-99B1-9A0B329728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69" y="1456508"/>
            <a:ext cx="760579" cy="897004"/>
          </a:xfrm>
          <a:prstGeom prst="rect">
            <a:avLst/>
          </a:prstGeom>
          <a:noFill/>
          <a:ln>
            <a:noFill/>
          </a:ln>
        </p:spPr>
        <p:txBody>
          <a:bodyPr rot="0" vert="horz" wrap="square" lIns="0" tIns="0" rIns="0" bIns="0" anchor="t" anchorCtr="0" upright="1">
            <a:noAutofit/>
          </a:bodyPr>
          <a:lstStyle/>
          <a:p>
            <a:pPr marL="55880" marR="0" indent="8890">
              <a:spcBef>
                <a:spcPts val="0"/>
              </a:spcBef>
              <a:spcAft>
                <a:spcPts val="0"/>
              </a:spcAft>
            </a:pPr>
            <a:r>
              <a:rPr lang="hi-IN" sz="800" b="1" dirty="0">
                <a:latin typeface="Arial Narrow" panose="020B0606020202030204" pitchFamily="34" charset="0"/>
                <a:cs typeface="Arial" panose="020B0604020202020204" pitchFamily="34" charset="0"/>
              </a:rPr>
              <a:t>नाम</a:t>
            </a:r>
            <a:r>
              <a:rPr lang="en-US" sz="800" b="1" dirty="0">
                <a:latin typeface="Arial Narrow" panose="020B0606020202030204" pitchFamily="34" charset="0"/>
                <a:cs typeface="Arial" panose="020B0604020202020204" pitchFamily="34" charset="0"/>
              </a:rPr>
              <a:t>			:</a:t>
            </a:r>
          </a:p>
          <a:p>
            <a:pPr marL="55880" marR="0" indent="8890">
              <a:spcBef>
                <a:spcPts val="0"/>
              </a:spcBef>
              <a:spcAft>
                <a:spcPts val="0"/>
              </a:spcAft>
            </a:pPr>
            <a:r>
              <a:rPr lang="hi-IN" sz="800" b="1" i="0" dirty="0">
                <a:effectLst/>
                <a:latin typeface="Segoe UI" panose="020B0502040204020203" pitchFamily="34" charset="0"/>
              </a:rPr>
              <a:t>प्लांट</a:t>
            </a:r>
            <a:r>
              <a:rPr lang="en-US" sz="800" b="1" i="0" dirty="0">
                <a:latin typeface="Arial Narrow" panose="020B0606020202030204" pitchFamily="34" charset="0"/>
              </a:rPr>
              <a:t>			</a:t>
            </a:r>
            <a:r>
              <a:rPr lang="en-US" sz="800" b="1" dirty="0">
                <a:effectLst/>
                <a:latin typeface="Arial Narrow" panose="020B0606020202030204" pitchFamily="34" charset="0"/>
                <a:ea typeface="Arial" panose="020B0604020202020204" pitchFamily="34" charset="0"/>
              </a:rPr>
              <a:t>:</a:t>
            </a:r>
            <a:endParaRPr lang="en-US" sz="800" b="1" dirty="0">
              <a:latin typeface="Arial Narrow" panose="020B0606020202030204" pitchFamily="34" charset="0"/>
              <a:ea typeface="Arial" panose="020B0604020202020204" pitchFamily="34" charset="0"/>
            </a:endParaRPr>
          </a:p>
          <a:p>
            <a:pPr marL="55880" indent="8890"/>
            <a:r>
              <a:rPr lang="en-IN" sz="800" b="1" kern="100" dirty="0" err="1">
                <a:solidFill>
                  <a:srgbClr val="000000"/>
                </a:solidFill>
                <a:effectLst/>
                <a:latin typeface="Arial Narrow" panose="020B0606020202030204" pitchFamily="34" charset="0"/>
                <a:ea typeface="Times New Roman" panose="02020603050405020304" pitchFamily="18" charset="0"/>
              </a:rPr>
              <a:t>नियुक्ति</a:t>
            </a:r>
            <a:r>
              <a:rPr lang="en-IN" sz="800" b="1" kern="100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</a:rPr>
              <a:t> </a:t>
            </a:r>
            <a:r>
              <a:rPr lang="hi-IN" sz="800" b="1" kern="100" dirty="0">
                <a:solidFill>
                  <a:srgbClr val="000000"/>
                </a:solidFill>
                <a:effectLst/>
                <a:latin typeface="Arial Narrow" panose="020B0606020202030204" pitchFamily="34" charset="0"/>
                <a:ea typeface="Times New Roman" panose="02020603050405020304" pitchFamily="18" charset="0"/>
              </a:rPr>
              <a:t>दिनांक</a:t>
            </a:r>
            <a:r>
              <a:rPr lang="en-US" sz="800" b="1" kern="100" dirty="0">
                <a:solidFill>
                  <a:srgbClr val="000000"/>
                </a:solidFill>
                <a:effectLst/>
                <a:latin typeface="Arial Narrow" panose="020B0606020202030204" pitchFamily="34" charset="0"/>
                <a:ea typeface="Times New Roman" panose="02020603050405020304" pitchFamily="18" charset="0"/>
              </a:rPr>
              <a:t>	:</a:t>
            </a:r>
            <a:endParaRPr lang="en-US" sz="800" b="1" dirty="0">
              <a:effectLst/>
              <a:latin typeface="Arial Narrow" panose="020B060602020203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55880" marR="0" indent="8890">
              <a:spcBef>
                <a:spcPts val="0"/>
              </a:spcBef>
              <a:spcAft>
                <a:spcPts val="0"/>
              </a:spcAft>
            </a:pPr>
            <a:r>
              <a:rPr lang="hi-IN" sz="800" b="1" dirty="0">
                <a:latin typeface="Arial Narrow" panose="020B0606020202030204" pitchFamily="34" charset="0"/>
              </a:rPr>
              <a:t>जन्मदिन</a:t>
            </a:r>
            <a:r>
              <a:rPr lang="en-US" sz="800" b="1" dirty="0">
                <a:latin typeface="Arial Narrow" panose="020B0606020202030204" pitchFamily="34" charset="0"/>
              </a:rPr>
              <a:t>		:</a:t>
            </a:r>
            <a:endParaRPr lang="en-US" sz="800" b="1" dirty="0">
              <a:effectLst/>
              <a:latin typeface="Arial Narrow" panose="020B0606020202030204" pitchFamily="34" charset="0"/>
              <a:ea typeface="Arial" panose="020B0604020202020204" pitchFamily="34" charset="0"/>
            </a:endParaRPr>
          </a:p>
          <a:p>
            <a:pPr marL="55880" marR="0" indent="8890">
              <a:spcBef>
                <a:spcPts val="0"/>
              </a:spcBef>
              <a:spcAft>
                <a:spcPts val="0"/>
              </a:spcAft>
            </a:pPr>
            <a:r>
              <a:rPr lang="hi-IN" sz="800" b="1" dirty="0">
                <a:latin typeface="Arial Narrow" panose="020B0606020202030204" pitchFamily="34" charset="0"/>
              </a:rPr>
              <a:t>पिता</a:t>
            </a:r>
            <a:r>
              <a:rPr lang="en-US" sz="800" b="1" dirty="0">
                <a:latin typeface="Arial Narrow" panose="020B0606020202030204" pitchFamily="34" charset="0"/>
              </a:rPr>
              <a:t> </a:t>
            </a:r>
            <a:r>
              <a:rPr lang="hi-IN" sz="800" b="1" dirty="0">
                <a:latin typeface="Arial Narrow" panose="020B0606020202030204" pitchFamily="34" charset="0"/>
              </a:rPr>
              <a:t>का नाम</a:t>
            </a:r>
            <a:r>
              <a:rPr lang="en-US" sz="800" b="1" dirty="0">
                <a:latin typeface="Arial Narrow" panose="020B0606020202030204" pitchFamily="34" charset="0"/>
              </a:rPr>
              <a:t>	:</a:t>
            </a:r>
          </a:p>
          <a:p>
            <a:pPr marL="55880" marR="0" indent="8890">
              <a:spcBef>
                <a:spcPts val="0"/>
              </a:spcBef>
              <a:spcAft>
                <a:spcPts val="0"/>
              </a:spcAft>
            </a:pPr>
            <a:endParaRPr lang="en-US" sz="800" b="1" dirty="0">
              <a:effectLst/>
              <a:latin typeface="Arial Narrow" panose="020B0606020202030204" pitchFamily="34" charset="0"/>
              <a:ea typeface="Arial" panose="020B0604020202020204" pitchFamily="34" charset="0"/>
            </a:endParaRPr>
          </a:p>
          <a:p>
            <a:pPr marL="55880" indent="8890"/>
            <a:r>
              <a:rPr lang="hi-IN" sz="800" b="1" dirty="0">
                <a:latin typeface="Arial Narrow" panose="020B0606020202030204" pitchFamily="34" charset="0"/>
              </a:rPr>
              <a:t>पता</a:t>
            </a:r>
            <a:r>
              <a:rPr lang="en-US" sz="800" b="1" dirty="0">
                <a:latin typeface="Arial Narrow" panose="020B0606020202030204" pitchFamily="34" charset="0"/>
              </a:rPr>
              <a:t> :</a:t>
            </a:r>
            <a:endParaRPr lang="en-US" sz="800" b="1" dirty="0">
              <a:effectLst/>
              <a:latin typeface="Arial Narrow" panose="020B0606020202030204" pitchFamily="34" charset="0"/>
              <a:ea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9200EA-7EBD-44B7-A02A-220EC20327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90" y="111036"/>
            <a:ext cx="354670" cy="394679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BBD6ACE2-82E0-4784-83E6-47A188992C84}"/>
              </a:ext>
            </a:extLst>
          </p:cNvPr>
          <p:cNvSpPr txBox="1"/>
          <p:nvPr/>
        </p:nvSpPr>
        <p:spPr>
          <a:xfrm>
            <a:off x="409059" y="297379"/>
            <a:ext cx="152223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i-IN" sz="1050" b="1" dirty="0">
                <a:latin typeface="Arial Narrow" panose="020B0606020202030204" pitchFamily="34" charset="0"/>
              </a:rPr>
              <a:t>प्रतिभा सिंटेक्स लिमिटेड</a:t>
            </a:r>
            <a:endParaRPr lang="en-US" sz="1050" b="1" dirty="0">
              <a:latin typeface="Arial Narrow" panose="020B060602020203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D3933F5-63CD-4782-BD57-12EE77EDB6C7}"/>
              </a:ext>
            </a:extLst>
          </p:cNvPr>
          <p:cNvSpPr/>
          <p:nvPr/>
        </p:nvSpPr>
        <p:spPr>
          <a:xfrm>
            <a:off x="16570" y="33868"/>
            <a:ext cx="1914724" cy="30054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b="1" dirty="0">
              <a:latin typeface="Arial Narrow" panose="020B0606020202030204" pitchFamily="34" charset="0"/>
            </a:endParaRPr>
          </a:p>
        </p:txBody>
      </p:sp>
      <p:sp>
        <p:nvSpPr>
          <p:cNvPr id="17" name="ID">
            <a:extLst>
              <a:ext uri="{FF2B5EF4-FFF2-40B4-BE49-F238E27FC236}">
                <a16:creationId xmlns:a16="http://schemas.microsoft.com/office/drawing/2014/main" id="{A78EBDF8-1EBE-481C-88A9-8FB1E1F41C79}"/>
              </a:ext>
            </a:extLst>
          </p:cNvPr>
          <p:cNvSpPr txBox="1"/>
          <p:nvPr/>
        </p:nvSpPr>
        <p:spPr>
          <a:xfrm>
            <a:off x="790306" y="1129531"/>
            <a:ext cx="554053" cy="11252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i-IN" sz="800" b="1" dirty="0">
                <a:effectLst/>
                <a:latin typeface="Arial Narrow" panose="020B0606020202030204" pitchFamily="34" charset="0"/>
                <a:ea typeface="Arial" panose="020B0604020202020204" pitchFamily="34" charset="0"/>
              </a:rPr>
              <a:t>कार्ड नंबर</a:t>
            </a:r>
            <a:r>
              <a:rPr lang="en-US" sz="800" b="1" dirty="0">
                <a:effectLst/>
                <a:latin typeface="Arial Narrow" panose="020B0606020202030204" pitchFamily="34" charset="0"/>
                <a:ea typeface="Arial" panose="020B0604020202020204" pitchFamily="34" charset="0"/>
              </a:rPr>
              <a:t>:	</a:t>
            </a:r>
            <a:endParaRPr lang="en-US" sz="800" b="1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19" name="ID">
            <a:extLst>
              <a:ext uri="{FF2B5EF4-FFF2-40B4-BE49-F238E27FC236}">
                <a16:creationId xmlns:a16="http://schemas.microsoft.com/office/drawing/2014/main" id="{B9E2181F-5D30-40E5-81CE-4DC7D47D1745}"/>
              </a:ext>
            </a:extLst>
          </p:cNvPr>
          <p:cNvSpPr txBox="1"/>
          <p:nvPr/>
        </p:nvSpPr>
        <p:spPr>
          <a:xfrm>
            <a:off x="796394" y="1261376"/>
            <a:ext cx="523281" cy="11252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i-IN" sz="800" b="1" dirty="0">
                <a:latin typeface="Arial Narrow" panose="020B0606020202030204" pitchFamily="34" charset="0"/>
              </a:rPr>
              <a:t>रक्त समूह</a:t>
            </a:r>
            <a:r>
              <a:rPr lang="en-US" sz="800" b="1" dirty="0">
                <a:effectLst/>
                <a:latin typeface="Arial Narrow" panose="020B0606020202030204" pitchFamily="34" charset="0"/>
                <a:ea typeface="Arial" panose="020B0604020202020204" pitchFamily="34" charset="0"/>
              </a:rPr>
              <a:t>:</a:t>
            </a:r>
            <a:endParaRPr lang="en-US" sz="800" b="1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20" name="BloodGroup">
            <a:extLst>
              <a:ext uri="{FF2B5EF4-FFF2-40B4-BE49-F238E27FC236}">
                <a16:creationId xmlns:a16="http://schemas.microsoft.com/office/drawing/2014/main" id="{61EB8762-CC20-4BE5-B3F7-2E8AAF846E44}"/>
              </a:ext>
            </a:extLst>
          </p:cNvPr>
          <p:cNvSpPr txBox="1"/>
          <p:nvPr/>
        </p:nvSpPr>
        <p:spPr>
          <a:xfrm>
            <a:off x="1248379" y="1240594"/>
            <a:ext cx="560798" cy="13291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latin typeface="Arial Narrow" panose="020B0606020202030204" pitchFamily="34" charset="0"/>
                <a:cs typeface="Aharoni" panose="02010803020104030203" pitchFamily="2" charset="-79"/>
              </a:rPr>
              <a:t>{BloodGroup}</a:t>
            </a:r>
          </a:p>
        </p:txBody>
      </p:sp>
      <p:sp>
        <p:nvSpPr>
          <p:cNvPr id="21" name="DOJ">
            <a:extLst>
              <a:ext uri="{FF2B5EF4-FFF2-40B4-BE49-F238E27FC236}">
                <a16:creationId xmlns:a16="http://schemas.microsoft.com/office/drawing/2014/main" id="{D1342B58-F378-400D-A011-E27FC2444B17}"/>
              </a:ext>
            </a:extLst>
          </p:cNvPr>
          <p:cNvSpPr txBox="1"/>
          <p:nvPr/>
        </p:nvSpPr>
        <p:spPr>
          <a:xfrm>
            <a:off x="777148" y="1822862"/>
            <a:ext cx="942017" cy="117276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latin typeface="Arial Narrow" panose="020B0606020202030204" pitchFamily="34" charset="0"/>
                <a:cs typeface="Aharoni" panose="02010803020104030203" pitchFamily="2" charset="-79"/>
              </a:rPr>
              <a:t>{DOB}</a:t>
            </a:r>
          </a:p>
        </p:txBody>
      </p:sp>
      <p:sp>
        <p:nvSpPr>
          <p:cNvPr id="24" name="Department">
            <a:extLst>
              <a:ext uri="{FF2B5EF4-FFF2-40B4-BE49-F238E27FC236}">
                <a16:creationId xmlns:a16="http://schemas.microsoft.com/office/drawing/2014/main" id="{6F2E698A-909E-4F59-B369-CC2E5FF326ED}"/>
              </a:ext>
            </a:extLst>
          </p:cNvPr>
          <p:cNvSpPr txBox="1"/>
          <p:nvPr/>
        </p:nvSpPr>
        <p:spPr>
          <a:xfrm>
            <a:off x="75018" y="2094629"/>
            <a:ext cx="848583" cy="72091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i-IN" sz="800" b="1" dirty="0">
                <a:latin typeface="Arial Narrow" panose="020B0606020202030204" pitchFamily="34" charset="0"/>
              </a:rPr>
              <a:t>आपातकालीन फोन</a:t>
            </a:r>
            <a:r>
              <a:rPr lang="en-US" sz="800" b="1" dirty="0">
                <a:latin typeface="Arial Narrow" panose="020B0606020202030204" pitchFamily="34" charset="0"/>
              </a:rPr>
              <a:t>:</a:t>
            </a:r>
            <a:endParaRPr lang="en-US" sz="800" b="1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27" name="PermanentAddress">
            <a:extLst>
              <a:ext uri="{FF2B5EF4-FFF2-40B4-BE49-F238E27FC236}">
                <a16:creationId xmlns:a16="http://schemas.microsoft.com/office/drawing/2014/main" id="{67C3A2FE-F9BF-4E53-90CA-8748A39E5D1C}"/>
              </a:ext>
            </a:extLst>
          </p:cNvPr>
          <p:cNvSpPr txBox="1"/>
          <p:nvPr/>
        </p:nvSpPr>
        <p:spPr>
          <a:xfrm>
            <a:off x="298563" y="2192874"/>
            <a:ext cx="871230" cy="451507"/>
          </a:xfrm>
          <a:prstGeom prst="rect">
            <a:avLst/>
          </a:prstGeom>
          <a:solidFill>
            <a:schemeClr val="lt1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latin typeface="Arial Narrow" panose="020B0606020202030204" pitchFamily="34" charset="0"/>
                <a:cs typeface="Arial" panose="020B0604020202020204" pitchFamily="34" charset="0"/>
              </a:rPr>
              <a:t>{</a:t>
            </a:r>
            <a:r>
              <a:rPr lang="en-US" sz="800" dirty="0" err="1">
                <a:latin typeface="Arial Narrow" panose="020B0606020202030204" pitchFamily="34" charset="0"/>
                <a:cs typeface="Arial" panose="020B0604020202020204" pitchFamily="34" charset="0"/>
              </a:rPr>
              <a:t>PresentAddress</a:t>
            </a:r>
            <a:r>
              <a:rPr lang="en-US" sz="800" dirty="0">
                <a:latin typeface="Arial Narrow" panose="020B0606020202030204" pitchFamily="34" charset="0"/>
                <a:cs typeface="Arial" panose="020B0604020202020204" pitchFamily="34" charset="0"/>
              </a:rPr>
              <a:t>}</a:t>
            </a:r>
          </a:p>
        </p:txBody>
      </p:sp>
      <p:sp>
        <p:nvSpPr>
          <p:cNvPr id="28" name="Name">
            <a:extLst>
              <a:ext uri="{FF2B5EF4-FFF2-40B4-BE49-F238E27FC236}">
                <a16:creationId xmlns:a16="http://schemas.microsoft.com/office/drawing/2014/main" id="{52CFE58F-A7EA-4BA3-9851-E20D1B246B99}"/>
              </a:ext>
            </a:extLst>
          </p:cNvPr>
          <p:cNvSpPr txBox="1"/>
          <p:nvPr/>
        </p:nvSpPr>
        <p:spPr>
          <a:xfrm>
            <a:off x="885073" y="2049425"/>
            <a:ext cx="1028638" cy="156887"/>
          </a:xfrm>
          <a:prstGeom prst="rect">
            <a:avLst/>
          </a:prstGeom>
          <a:solidFill>
            <a:schemeClr val="bg1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latin typeface="Arial Narrow" panose="020B0606020202030204" pitchFamily="34" charset="0"/>
                <a:cs typeface="Arial" panose="020B0604020202020204" pitchFamily="34" charset="0"/>
              </a:rPr>
              <a:t>{</a:t>
            </a:r>
            <a:r>
              <a:rPr lang="en-US" sz="800" dirty="0" err="1">
                <a:latin typeface="Arial Narrow" panose="020B0606020202030204" pitchFamily="34" charset="0"/>
                <a:cs typeface="Arial" panose="020B0604020202020204" pitchFamily="34" charset="0"/>
              </a:rPr>
              <a:t>PhoneNumber</a:t>
            </a:r>
            <a:r>
              <a:rPr lang="en-US" sz="800" dirty="0">
                <a:latin typeface="Arial Narrow" panose="020B0606020202030204" pitchFamily="34" charset="0"/>
                <a:cs typeface="Arial" panose="020B0604020202020204" pitchFamily="34" charset="0"/>
              </a:rPr>
              <a:t>}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D610A8B-7CE8-4394-B052-B32EC31B152E}"/>
              </a:ext>
            </a:extLst>
          </p:cNvPr>
          <p:cNvSpPr txBox="1"/>
          <p:nvPr/>
        </p:nvSpPr>
        <p:spPr>
          <a:xfrm>
            <a:off x="678519" y="1891482"/>
            <a:ext cx="125277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effectLst/>
                <a:latin typeface="Arial Narrow" panose="020B0606020202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{</a:t>
            </a:r>
            <a:r>
              <a:rPr lang="en-US" sz="800" dirty="0" err="1">
                <a:effectLst/>
                <a:latin typeface="Arial Narrow" panose="020B0606020202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FatherName</a:t>
            </a:r>
            <a:r>
              <a:rPr lang="en-US" sz="800" dirty="0">
                <a:effectLst/>
                <a:latin typeface="Arial Narrow" panose="020B0606020202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}</a:t>
            </a:r>
            <a:endParaRPr lang="en-US" sz="800" dirty="0">
              <a:latin typeface="Arial Narrow" panose="020B0606020202030204" pitchFamily="34" charset="0"/>
            </a:endParaRPr>
          </a:p>
        </p:txBody>
      </p:sp>
      <p:sp>
        <p:nvSpPr>
          <p:cNvPr id="30" name="DOJ">
            <a:extLst>
              <a:ext uri="{FF2B5EF4-FFF2-40B4-BE49-F238E27FC236}">
                <a16:creationId xmlns:a16="http://schemas.microsoft.com/office/drawing/2014/main" id="{7579A1B9-655D-4F5D-A4FA-5AE8EC09CB1B}"/>
              </a:ext>
            </a:extLst>
          </p:cNvPr>
          <p:cNvSpPr txBox="1"/>
          <p:nvPr/>
        </p:nvSpPr>
        <p:spPr>
          <a:xfrm>
            <a:off x="774873" y="1570936"/>
            <a:ext cx="1054646" cy="120281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latin typeface="Arial Narrow" panose="020B0606020202030204" pitchFamily="34" charset="0"/>
                <a:cs typeface="Arial" panose="020B0604020202020204" pitchFamily="34" charset="0"/>
              </a:rPr>
              <a:t>{Plant}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1706BE-F5A5-4206-99CD-82FB8BEFA565}"/>
              </a:ext>
            </a:extLst>
          </p:cNvPr>
          <p:cNvSpPr txBox="1"/>
          <p:nvPr/>
        </p:nvSpPr>
        <p:spPr>
          <a:xfrm>
            <a:off x="33728" y="2657195"/>
            <a:ext cx="1884503" cy="369332"/>
          </a:xfrm>
          <a:prstGeom prst="rect">
            <a:avLst/>
          </a:prstGeom>
          <a:solidFill>
            <a:srgbClr val="FF9933"/>
          </a:solidFill>
        </p:spPr>
        <p:txBody>
          <a:bodyPr wrap="square">
            <a:spAutoFit/>
          </a:bodyPr>
          <a:lstStyle/>
          <a:p>
            <a:pPr algn="ctr"/>
            <a:r>
              <a:rPr lang="hi-IN" sz="600" dirty="0">
                <a:latin typeface="Arial" panose="020B0604020202020204" pitchFamily="34" charset="0"/>
              </a:rPr>
              <a:t>प्रतिभा पी 5 प्लांट, बगदून, प्लाट नं. 160 सेक्टर 3 बगदून, पीथमपुर, जिला धार, मध्य प्रदेश, आपातकालीन फोन नंबर 07292404319.</a:t>
            </a:r>
            <a:endParaRPr lang="en-US" sz="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1" name="EmpQR">
            <a:extLst>
              <a:ext uri="{FF2B5EF4-FFF2-40B4-BE49-F238E27FC236}">
                <a16:creationId xmlns:a16="http://schemas.microsoft.com/office/drawing/2014/main" id="{DC0F8D45-F3F9-48FC-8FBB-C5A99414D1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8596" y="575188"/>
            <a:ext cx="531267" cy="468701"/>
          </a:xfrm>
          <a:prstGeom prst="rect">
            <a:avLst/>
          </a:prstGeom>
        </p:spPr>
      </p:pic>
      <p:pic>
        <p:nvPicPr>
          <p:cNvPr id="32" name="AuthorizedSign">
            <a:extLst>
              <a:ext uri="{FF2B5EF4-FFF2-40B4-BE49-F238E27FC236}">
                <a16:creationId xmlns:a16="http://schemas.microsoft.com/office/drawing/2014/main" id="{12099DF0-B6C7-4212-A593-0E928E1475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5725" y="2358744"/>
            <a:ext cx="594472" cy="189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783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/>
        </a:gradFill>
      </a:fillStyleLst>
      <a:lnStyleLst>
        <a:ln w="6350" cap="flat">
          <a:solidFill>
            <a:schemeClr val="phClr"/>
          </a:solidFill>
          <a:prstDash val="solid"/>
          <a:miter/>
          <a:headEnd type="none"/>
          <a:tailEnd type="none"/>
        </a:ln>
        <a:ln w="12700" cap="flat">
          <a:solidFill>
            <a:schemeClr val="phClr"/>
          </a:solidFill>
          <a:prstDash val="solid"/>
          <a:miter/>
          <a:headEnd type="none"/>
          <a:tailEnd type="none"/>
        </a:ln>
        <a:ln w="19050" cap="flat">
          <a:solidFill>
            <a:schemeClr val="phClr"/>
          </a:solidFill>
          <a:prstDash val="solid"/>
          <a:miter/>
          <a:headEnd type="none"/>
          <a:tailEnd type="none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771</TotalTime>
  <Pages>0</Pages>
  <Words>95</Words>
  <Characters>0</Characters>
  <Application>Microsoft Office PowerPoint</Application>
  <PresentationFormat>Custom</PresentationFormat>
  <Lines>0</Lines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Narrow</vt:lpstr>
      <vt:lpstr>Calibri</vt:lpstr>
      <vt:lpstr>Calibri Light</vt:lpstr>
      <vt:lpstr>Segoe UI</vt:lpstr>
      <vt:lpstr>Office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APLOS</dc:creator>
  <cp:lastModifiedBy>Abu Bakar  Siddik</cp:lastModifiedBy>
  <cp:revision>215</cp:revision>
  <dcterms:modified xsi:type="dcterms:W3CDTF">2021-09-29T08:59:24Z</dcterms:modified>
</cp:coreProperties>
</file>